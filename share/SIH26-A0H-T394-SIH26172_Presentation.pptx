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lite/microcontrollers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ithub.com/espressif/esp-sr?utm_source=chatgpt.com" TargetMode="External"/><Relationship Id="rId4" Type="http://schemas.openxmlformats.org/officeDocument/2006/relationships/hyperlink" Target="https://github.com/dscripka/openWakeWo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78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/>
              <a:t>26172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Low Latency and Efficient Voice Activator for Edge Devices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/>
              <a:t>Smart Automation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IN" sz="2400" dirty="0"/>
              <a:t> SIH26-A04-394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IN" sz="2400" dirty="0"/>
              <a:t> LUMORA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5DE168-2B93-8A23-E92D-2D129BE392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655B9D-1D08-CF5A-2B07-251AE511A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004" y="1063837"/>
            <a:ext cx="10302969" cy="5792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9F228-8C06-E8E0-2C25-7C0A671C92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40B322-7507-5BA0-F53F-64FB488DC0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AC207-393C-4899-D771-1316A208F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39442"/>
            <a:ext cx="10640427" cy="5982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71308B-0B85-E865-99AA-9B4DF1B48C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EB3D37-7DD7-07E9-8B64-D97618D28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84" y="881226"/>
            <a:ext cx="10594061" cy="596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C3A74-BB4D-184C-17E4-7804920A0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B36E77-20BC-FBD8-17E2-1388BF714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39442"/>
            <a:ext cx="10530840" cy="59338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49604" y="1256254"/>
            <a:ext cx="93853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TensorFlow Lite for Microcontrollers</a:t>
            </a:r>
            <a:br>
              <a:rPr lang="en-IN" sz="2000" dirty="0"/>
            </a:br>
            <a:r>
              <a:rPr lang="en-IN" sz="2000" dirty="0"/>
              <a:t>Lightweight machine-learning framework for deploying neural-network models on resource-constrained microcontrollers.</a:t>
            </a:r>
          </a:p>
          <a:p>
            <a:r>
              <a:rPr lang="en-IN" sz="2000" b="1" dirty="0"/>
              <a:t>      Reference: </a:t>
            </a:r>
          </a:p>
          <a:p>
            <a:r>
              <a:rPr lang="en-IN" sz="2000" b="1" dirty="0"/>
              <a:t>      </a:t>
            </a:r>
            <a:r>
              <a:rPr lang="en-IN" sz="2000" dirty="0">
                <a:hlinkClick r:id="rId3"/>
              </a:rPr>
              <a:t>h</a:t>
            </a:r>
            <a:r>
              <a:rPr lang="en-IN" sz="2000" dirty="0">
                <a:hlinkClick r:id="rId3"/>
              </a:rPr>
              <a:t>ttps://www.tensorflow.org/lite/microcontrollers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</a:t>
            </a:r>
            <a:r>
              <a:rPr lang="en-IN" sz="2000" b="1" dirty="0" err="1"/>
              <a:t>openWakeWord</a:t>
            </a:r>
            <a:br>
              <a:rPr lang="en-IN" sz="2000" dirty="0"/>
            </a:br>
            <a:r>
              <a:rPr lang="en-IN" sz="2000" dirty="0"/>
              <a:t>Open-source framework for wake-word detection and custom model development. Useful as a reference for lightweight keyword spotting and custom wake-word training.</a:t>
            </a:r>
          </a:p>
          <a:p>
            <a:r>
              <a:rPr lang="en-IN" sz="2000" b="1" dirty="0"/>
              <a:t>      Reference:</a:t>
            </a:r>
          </a:p>
          <a:p>
            <a:r>
              <a:rPr lang="en-IN" sz="2000" b="1" dirty="0"/>
              <a:t>      </a:t>
            </a:r>
            <a:r>
              <a:rPr lang="en-IN" sz="2000" dirty="0">
                <a:hlinkClick r:id="rId4"/>
              </a:rPr>
              <a:t>https://github.com/dscripka/openWakeWord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Espressif</a:t>
            </a:r>
            <a:r>
              <a:rPr lang="en-IN" sz="2000" b="1" dirty="0"/>
              <a:t> ESP-SR / </a:t>
            </a:r>
            <a:r>
              <a:rPr lang="en-IN" sz="2000" b="1" dirty="0" err="1"/>
              <a:t>WakeNet</a:t>
            </a:r>
            <a:br>
              <a:rPr lang="en-IN" sz="2000" dirty="0"/>
            </a:br>
            <a:r>
              <a:rPr lang="en-IN" sz="2000" dirty="0"/>
              <a:t>Open-source speech-recognition framework for ESP32 platforms, including local wake-word detection and voice-processing components.</a:t>
            </a:r>
          </a:p>
          <a:p>
            <a:r>
              <a:rPr lang="en-IN" sz="2000" b="1" dirty="0"/>
              <a:t>      Reference:</a:t>
            </a:r>
            <a:br>
              <a:rPr lang="en-IN" sz="2000" dirty="0"/>
            </a:br>
            <a:r>
              <a:rPr lang="en-IN" sz="2000" dirty="0"/>
              <a:t>      </a:t>
            </a:r>
            <a:r>
              <a:rPr lang="en-IN" sz="2000" dirty="0">
                <a:hlinkClick r:id="rId5"/>
              </a:rPr>
              <a:t>https://github.com/espressif/esp-sr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6B24ED-5CE6-214E-B116-D17062B0C2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261" t="24138" r="11481" b="29655"/>
          <a:stretch>
            <a:fillRect/>
          </a:stretch>
        </p:blipFill>
        <p:spPr>
          <a:xfrm>
            <a:off x="-9144" y="-7644"/>
            <a:ext cx="1481959" cy="89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7780</TotalTime>
  <Words>188</Words>
  <Application>Microsoft Office PowerPoint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Tharun Karthick</cp:lastModifiedBy>
  <cp:revision>151</cp:revision>
  <dcterms:created xsi:type="dcterms:W3CDTF">2013-12-12T18:46:50Z</dcterms:created>
  <dcterms:modified xsi:type="dcterms:W3CDTF">2026-09-14T13:21:17Z</dcterms:modified>
  <cp:category/>
</cp:coreProperties>
</file>