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CFA5A5"/>
    <a:srgbClr val="39B0D4"/>
    <a:srgbClr val="9BBB59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33" dt="2026-09-21T06:35:41.368"/>
    <p1510:client id="{0825507F-48F7-D87C-C604-D07C6121F762}" v="181" dt="2026-09-21T05:55:01.560"/>
    <p1510:client id="{457357F8-1CDB-BDDB-DEAF-4A57A1E886EC}" v="506" dt="2026-09-20T19:07:32.013"/>
    <p1510:client id="{6B78D43D-B56E-8248-11C1-F4D146FEAA35}" v="642" dt="2026-09-20T18:23:50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R K - [CB.EN.U4EEE24134]" userId="S::cb.en.u4eee24134@cb.students.amrita.edu::f4b56566-61b7-47e0-a4d5-42da9a59c069" providerId="AD" clId="Web-{E78E9BF2-17E3-7C38-6087-7A32DDA19C55}"/>
    <pc:docChg chg="modSld">
      <pc:chgData name="POOJA R K - [CB.EN.U4EEE24134]" userId="S::cb.en.u4eee24134@cb.students.amrita.edu::f4b56566-61b7-47e0-a4d5-42da9a59c069" providerId="AD" clId="Web-{E78E9BF2-17E3-7C38-6087-7A32DDA19C55}" dt="2026-09-18T18:21:03.268" v="1114" actId="14100"/>
      <pc:docMkLst>
        <pc:docMk/>
      </pc:docMkLst>
      <pc:sldChg chg="addSp delSp modSp">
        <pc:chgData name="POOJA R K - [CB.EN.U4EEE24134]" userId="S::cb.en.u4eee24134@cb.students.amrita.edu::f4b56566-61b7-47e0-a4d5-42da9a59c069" providerId="AD" clId="Web-{E78E9BF2-17E3-7C38-6087-7A32DDA19C55}" dt="2026-09-18T18:21:03.268" v="1114" actId="14100"/>
        <pc:sldMkLst>
          <pc:docMk/>
          <pc:sldMk cId="2997144140" sldId="294"/>
        </pc:sldMkLst>
      </pc:sldChg>
    </pc:docChg>
  </pc:docChgLst>
  <pc:docChgLst>
    <pc:chgData name="Guest User" userId="S::urn:spo:tenantanon#00f9cda3-075e-44e5-aa0b-aba3add6539f::" providerId="AD" clId="Web-{6B78D43D-B56E-8248-11C1-F4D146FEAA35}"/>
    <pc:docChg chg="modSld">
      <pc:chgData name="Guest User" userId="S::urn:spo:tenantanon#00f9cda3-075e-44e5-aa0b-aba3add6539f::" providerId="AD" clId="Web-{6B78D43D-B56E-8248-11C1-F4D146FEAA35}" dt="2026-09-20T18:23:50.294" v="611"/>
      <pc:docMkLst>
        <pc:docMk/>
      </pc:docMkLst>
      <pc:sldChg chg="addSp modSp">
        <pc:chgData name="Guest User" userId="S::urn:spo:tenantanon#00f9cda3-075e-44e5-aa0b-aba3add6539f::" providerId="AD" clId="Web-{6B78D43D-B56E-8248-11C1-F4D146FEAA35}" dt="2026-09-20T17:46:51.991" v="13" actId="1076"/>
        <pc:sldMkLst>
          <pc:docMk/>
          <pc:sldMk cId="0" sldId="281"/>
        </pc:sldMkLst>
        <pc:spChg chg="mod">
          <ac:chgData name="Guest User" userId="S::urn:spo:tenantanon#00f9cda3-075e-44e5-aa0b-aba3add6539f::" providerId="AD" clId="Web-{6B78D43D-B56E-8248-11C1-F4D146FEAA35}" dt="2026-09-20T17:46:51.991" v="13" actId="1076"/>
          <ac:spMkLst>
            <pc:docMk/>
            <pc:sldMk cId="0" sldId="281"/>
            <ac:spMk id="29" creationId="{07752F30-189D-AF67-717E-66ED4B029A79}"/>
          </ac:spMkLst>
        </pc:spChg>
        <pc:inkChg chg="add">
          <ac:chgData name="Guest User" userId="S::urn:spo:tenantanon#00f9cda3-075e-44e5-aa0b-aba3add6539f::" providerId="AD" clId="Web-{6B78D43D-B56E-8248-11C1-F4D146FEAA35}" dt="2026-09-20T17:46:10.835" v="7"/>
          <ac:inkMkLst>
            <pc:docMk/>
            <pc:sldMk cId="0" sldId="281"/>
            <ac:inkMk id="15" creationId="{538544F8-E7A8-59DC-2D99-EDDE0C4AD70F}"/>
          </ac:inkMkLst>
        </pc:inkChg>
        <pc:inkChg chg="add">
          <ac:chgData name="Guest User" userId="S::urn:spo:tenantanon#00f9cda3-075e-44e5-aa0b-aba3add6539f::" providerId="AD" clId="Web-{6B78D43D-B56E-8248-11C1-F4D146FEAA35}" dt="2026-09-20T17:46:13.741" v="8"/>
          <ac:inkMkLst>
            <pc:docMk/>
            <pc:sldMk cId="0" sldId="281"/>
            <ac:inkMk id="26" creationId="{7A765C46-D978-4CE2-D6AD-4A3AB85EFB4A}"/>
          </ac:inkMkLst>
        </pc:inkChg>
        <pc:inkChg chg="add">
          <ac:chgData name="Guest User" userId="S::urn:spo:tenantanon#00f9cda3-075e-44e5-aa0b-aba3add6539f::" providerId="AD" clId="Web-{6B78D43D-B56E-8248-11C1-F4D146FEAA35}" dt="2026-09-20T17:46:19.788" v="9"/>
          <ac:inkMkLst>
            <pc:docMk/>
            <pc:sldMk cId="0" sldId="281"/>
            <ac:inkMk id="30" creationId="{57780FFB-9C30-ECF5-4C25-22D79D1FB490}"/>
          </ac:inkMkLst>
        </pc:inkChg>
        <pc:inkChg chg="add">
          <ac:chgData name="Guest User" userId="S::urn:spo:tenantanon#00f9cda3-075e-44e5-aa0b-aba3add6539f::" providerId="AD" clId="Web-{6B78D43D-B56E-8248-11C1-F4D146FEAA35}" dt="2026-09-20T17:46:21.663" v="10"/>
          <ac:inkMkLst>
            <pc:docMk/>
            <pc:sldMk cId="0" sldId="281"/>
            <ac:inkMk id="31" creationId="{6F714F7C-D4DB-3B87-BA24-5AD761C42D16}"/>
          </ac:inkMkLst>
        </pc:inkChg>
      </pc:sldChg>
      <pc:sldChg chg="addSp delSp modSp">
        <pc:chgData name="Guest User" userId="S::urn:spo:tenantanon#00f9cda3-075e-44e5-aa0b-aba3add6539f::" providerId="AD" clId="Web-{6B78D43D-B56E-8248-11C1-F4D146FEAA35}" dt="2026-09-20T18:23:50.294" v="611"/>
        <pc:sldMkLst>
          <pc:docMk/>
          <pc:sldMk cId="3753387913" sldId="293"/>
        </pc:sldMkLst>
        <pc:spChg chg="add del mod">
          <ac:chgData name="Guest User" userId="S::urn:spo:tenantanon#00f9cda3-075e-44e5-aa0b-aba3add6539f::" providerId="AD" clId="Web-{6B78D43D-B56E-8248-11C1-F4D146FEAA35}" dt="2026-09-20T17:58:47.606" v="311"/>
          <ac:spMkLst>
            <pc:docMk/>
            <pc:sldMk cId="3753387913" sldId="293"/>
            <ac:spMk id="5" creationId="{4F85F1C7-236B-C30E-CB05-8BC5B1865541}"/>
          </ac:spMkLst>
        </pc:spChg>
        <pc:spChg chg="del">
          <ac:chgData name="Guest User" userId="S::urn:spo:tenantanon#00f9cda3-075e-44e5-aa0b-aba3add6539f::" providerId="AD" clId="Web-{6B78D43D-B56E-8248-11C1-F4D146FEAA35}" dt="2026-09-20T18:09:34.913" v="509"/>
          <ac:spMkLst>
            <pc:docMk/>
            <pc:sldMk cId="3753387913" sldId="293"/>
            <ac:spMk id="7" creationId="{00000000-0000-0000-0000-000000000000}"/>
          </ac:spMkLst>
        </pc:spChg>
        <pc:graphicFrameChg chg="add mod modGraphic">
          <ac:chgData name="Guest User" userId="S::urn:spo:tenantanon#00f9cda3-075e-44e5-aa0b-aba3add6539f::" providerId="AD" clId="Web-{6B78D43D-B56E-8248-11C1-F4D146FEAA35}" dt="2026-09-20T18:12:55.602" v="526"/>
          <ac:graphicFrameMkLst>
            <pc:docMk/>
            <pc:sldMk cId="3753387913" sldId="293"/>
            <ac:graphicFrameMk id="4" creationId="{4A6CA705-E886-20C7-2C4F-40E2E095BB29}"/>
          </ac:graphicFrameMkLst>
        </pc:graphicFrameChg>
        <pc:graphicFrameChg chg="add mod modGraphic">
          <ac:chgData name="Guest User" userId="S::urn:spo:tenantanon#00f9cda3-075e-44e5-aa0b-aba3add6539f::" providerId="AD" clId="Web-{6B78D43D-B56E-8248-11C1-F4D146FEAA35}" dt="2026-09-20T18:17:02.651" v="564" actId="1076"/>
          <ac:graphicFrameMkLst>
            <pc:docMk/>
            <pc:sldMk cId="3753387913" sldId="293"/>
            <ac:graphicFrameMk id="9" creationId="{CF387255-75B9-7213-DC9A-2092E7BB8D41}"/>
          </ac:graphicFrameMkLst>
        </pc:graphicFrameChg>
        <pc:graphicFrameChg chg="add mod modGraphic">
          <ac:chgData name="Guest User" userId="S::urn:spo:tenantanon#00f9cda3-075e-44e5-aa0b-aba3add6539f::" providerId="AD" clId="Web-{6B78D43D-B56E-8248-11C1-F4D146FEAA35}" dt="2026-09-20T18:18:46.698" v="579" actId="1076"/>
          <ac:graphicFrameMkLst>
            <pc:docMk/>
            <pc:sldMk cId="3753387913" sldId="293"/>
            <ac:graphicFrameMk id="12" creationId="{0F276618-F4B5-A35E-E3A3-794104647333}"/>
          </ac:graphicFrameMkLst>
        </pc:graphicFrameChg>
        <pc:picChg chg="del mod modCrop">
          <ac:chgData name="Guest User" userId="S::urn:spo:tenantanon#00f9cda3-075e-44e5-aa0b-aba3add6539f::" providerId="AD" clId="Web-{6B78D43D-B56E-8248-11C1-F4D146FEAA35}" dt="2026-09-20T18:07:54.302" v="485"/>
          <ac:picMkLst>
            <pc:docMk/>
            <pc:sldMk cId="3753387913" sldId="293"/>
            <ac:picMk id="8" creationId="{C0EB0632-D5B9-D822-1B6F-146C5F56DEEB}"/>
          </ac:picMkLst>
        </pc:picChg>
        <pc:picChg chg="add mod modCrop">
          <ac:chgData name="Guest User" userId="S::urn:spo:tenantanon#00f9cda3-075e-44e5-aa0b-aba3add6539f::" providerId="AD" clId="Web-{6B78D43D-B56E-8248-11C1-F4D146FEAA35}" dt="2026-09-20T18:13:47.524" v="536"/>
          <ac:picMkLst>
            <pc:docMk/>
            <pc:sldMk cId="3753387913" sldId="293"/>
            <ac:picMk id="13" creationId="{20F10EC4-31BE-192A-AFF1-DE8B3CDE55DB}"/>
          </ac:picMkLst>
        </pc:picChg>
        <pc:picChg chg="add mod modCrop">
          <ac:chgData name="Guest User" userId="S::urn:spo:tenantanon#00f9cda3-075e-44e5-aa0b-aba3add6539f::" providerId="AD" clId="Web-{6B78D43D-B56E-8248-11C1-F4D146FEAA35}" dt="2026-09-20T18:17:05.947" v="565" actId="1076"/>
          <ac:picMkLst>
            <pc:docMk/>
            <pc:sldMk cId="3753387913" sldId="293"/>
            <ac:picMk id="14" creationId="{EB4BD675-EE94-7940-9971-54239A46029F}"/>
          </ac:picMkLst>
        </pc:picChg>
        <pc:picChg chg="add mod modCrop">
          <ac:chgData name="Guest User" userId="S::urn:spo:tenantanon#00f9cda3-075e-44e5-aa0b-aba3add6539f::" providerId="AD" clId="Web-{6B78D43D-B56E-8248-11C1-F4D146FEAA35}" dt="2026-09-20T18:18:39.948" v="578" actId="14100"/>
          <ac:picMkLst>
            <pc:docMk/>
            <pc:sldMk cId="3753387913" sldId="293"/>
            <ac:picMk id="15" creationId="{A15C0583-CF92-890A-81C4-26A76417763B}"/>
          </ac:picMkLst>
        </pc:picChg>
        <pc:picChg chg="add del mod">
          <ac:chgData name="Guest User" userId="S::urn:spo:tenantanon#00f9cda3-075e-44e5-aa0b-aba3add6539f::" providerId="AD" clId="Web-{6B78D43D-B56E-8248-11C1-F4D146FEAA35}" dt="2026-09-20T18:23:50.294" v="611"/>
          <ac:picMkLst>
            <pc:docMk/>
            <pc:sldMk cId="3753387913" sldId="293"/>
            <ac:picMk id="16" creationId="{84A6415D-4D67-DA48-E4DF-C5A922A8453A}"/>
          </ac:picMkLst>
        </pc:picChg>
        <pc:picChg chg="add del mod">
          <ac:chgData name="Guest User" userId="S::urn:spo:tenantanon#00f9cda3-075e-44e5-aa0b-aba3add6539f::" providerId="AD" clId="Web-{6B78D43D-B56E-8248-11C1-F4D146FEAA35}" dt="2026-09-20T18:23:50.294" v="610"/>
          <ac:picMkLst>
            <pc:docMk/>
            <pc:sldMk cId="3753387913" sldId="293"/>
            <ac:picMk id="17" creationId="{CCB94D58-41A1-52BD-0B34-EEBB28015EE0}"/>
          </ac:picMkLst>
        </pc:picChg>
        <pc:picChg chg="add del mod">
          <ac:chgData name="Guest User" userId="S::urn:spo:tenantanon#00f9cda3-075e-44e5-aa0b-aba3add6539f::" providerId="AD" clId="Web-{6B78D43D-B56E-8248-11C1-F4D146FEAA35}" dt="2026-09-20T18:22:29.091" v="605"/>
          <ac:picMkLst>
            <pc:docMk/>
            <pc:sldMk cId="3753387913" sldId="293"/>
            <ac:picMk id="18" creationId="{32027508-BA4A-FDCB-4409-6B133494CCFB}"/>
          </ac:picMkLst>
        </pc:picChg>
      </pc:sldChg>
    </pc:docChg>
  </pc:docChgLst>
  <pc:docChgLst>
    <pc:chgData name="Guest User" userId="S::urn:spo:tenantanon#00f9cda3-075e-44e5-aa0b-aba3add6539f::" providerId="AD" clId="Web-{0825507F-48F7-D87C-C604-D07C6121F762}"/>
    <pc:docChg chg="modSld">
      <pc:chgData name="Guest User" userId="S::urn:spo:tenantanon#00f9cda3-075e-44e5-aa0b-aba3add6539f::" providerId="AD" clId="Web-{0825507F-48F7-D87C-C604-D07C6121F762}" dt="2026-09-21T05:55:01.560" v="120"/>
      <pc:docMkLst>
        <pc:docMk/>
      </pc:docMkLst>
      <pc:sldChg chg="delSp modSp">
        <pc:chgData name="Guest User" userId="S::urn:spo:tenantanon#00f9cda3-075e-44e5-aa0b-aba3add6539f::" providerId="AD" clId="Web-{0825507F-48F7-D87C-C604-D07C6121F762}" dt="2026-09-21T05:51:08.307" v="118"/>
        <pc:sldMkLst>
          <pc:docMk/>
          <pc:sldMk cId="0" sldId="281"/>
        </pc:sldMkLst>
        <pc:spChg chg="mod">
          <ac:chgData name="Guest User" userId="S::urn:spo:tenantanon#00f9cda3-075e-44e5-aa0b-aba3add6539f::" providerId="AD" clId="Web-{0825507F-48F7-D87C-C604-D07C6121F762}" dt="2026-09-21T05:40:01.317" v="15"/>
          <ac:spMkLst>
            <pc:docMk/>
            <pc:sldMk cId="0" sldId="281"/>
            <ac:spMk id="2" creationId="{D619DD2E-6734-7724-E6C4-33C5B6AD23C2}"/>
          </ac:spMkLst>
        </pc:spChg>
        <pc:spChg chg="mod">
          <ac:chgData name="Guest User" userId="S::urn:spo:tenantanon#00f9cda3-075e-44e5-aa0b-aba3add6539f::" providerId="AD" clId="Web-{0825507F-48F7-D87C-C604-D07C6121F762}" dt="2026-09-21T05:50:55.635" v="117"/>
          <ac:spMkLst>
            <pc:docMk/>
            <pc:sldMk cId="0" sldId="281"/>
            <ac:spMk id="12" creationId="{CC347BE3-701E-75A7-4EB4-1BE4B8B3124C}"/>
          </ac:spMkLst>
        </pc:spChg>
        <pc:spChg chg="mod">
          <ac:chgData name="Guest User" userId="S::urn:spo:tenantanon#00f9cda3-075e-44e5-aa0b-aba3add6539f::" providerId="AD" clId="Web-{0825507F-48F7-D87C-C604-D07C6121F762}" dt="2026-09-21T05:50:52.448" v="116"/>
          <ac:spMkLst>
            <pc:docMk/>
            <pc:sldMk cId="0" sldId="281"/>
            <ac:spMk id="13" creationId="{B7F05257-92A8-27A9-644A-68151C772153}"/>
          </ac:spMkLst>
        </pc:spChg>
        <pc:spChg chg="mod">
          <ac:chgData name="Guest User" userId="S::urn:spo:tenantanon#00f9cda3-075e-44e5-aa0b-aba3add6539f::" providerId="AD" clId="Web-{0825507F-48F7-D87C-C604-D07C6121F762}" dt="2026-09-21T05:50:36.916" v="115"/>
          <ac:spMkLst>
            <pc:docMk/>
            <pc:sldMk cId="0" sldId="281"/>
            <ac:spMk id="14" creationId="{D226C36F-596C-8F07-2219-2FD98C1ABDCD}"/>
          </ac:spMkLst>
        </pc:spChg>
        <pc:spChg chg="del mod">
          <ac:chgData name="Guest User" userId="S::urn:spo:tenantanon#00f9cda3-075e-44e5-aa0b-aba3add6539f::" providerId="AD" clId="Web-{0825507F-48F7-D87C-C604-D07C6121F762}" dt="2026-09-21T05:38:03.363" v="5"/>
          <ac:spMkLst>
            <pc:docMk/>
            <pc:sldMk cId="0" sldId="281"/>
            <ac:spMk id="16" creationId="{382EFDFB-8510-3589-3043-AA0899584C99}"/>
          </ac:spMkLst>
        </pc:spChg>
        <pc:spChg chg="mod">
          <ac:chgData name="Guest User" userId="S::urn:spo:tenantanon#00f9cda3-075e-44e5-aa0b-aba3add6539f::" providerId="AD" clId="Web-{0825507F-48F7-D87C-C604-D07C6121F762}" dt="2026-09-21T05:51:08.307" v="118"/>
          <ac:spMkLst>
            <pc:docMk/>
            <pc:sldMk cId="0" sldId="281"/>
            <ac:spMk id="18" creationId="{4ECA611E-C1C4-D903-213C-B479FD787EB2}"/>
          </ac:spMkLst>
        </pc:spChg>
        <pc:spChg chg="mod">
          <ac:chgData name="Guest User" userId="S::urn:spo:tenantanon#00f9cda3-075e-44e5-aa0b-aba3add6539f::" providerId="AD" clId="Web-{0825507F-48F7-D87C-C604-D07C6121F762}" dt="2026-09-21T05:39:51.786" v="13"/>
          <ac:spMkLst>
            <pc:docMk/>
            <pc:sldMk cId="0" sldId="281"/>
            <ac:spMk id="20" creationId="{4EBF687D-63C6-D89C-6CB0-C1EFA3CDDA63}"/>
          </ac:spMkLst>
        </pc:spChg>
        <pc:spChg chg="mod">
          <ac:chgData name="Guest User" userId="S::urn:spo:tenantanon#00f9cda3-075e-44e5-aa0b-aba3add6539f::" providerId="AD" clId="Web-{0825507F-48F7-D87C-C604-D07C6121F762}" dt="2026-09-21T05:40:11.911" v="18"/>
          <ac:spMkLst>
            <pc:docMk/>
            <pc:sldMk cId="0" sldId="281"/>
            <ac:spMk id="21" creationId="{A6FE96F9-D326-45A4-CBE5-51475DE9F720}"/>
          </ac:spMkLst>
        </pc:spChg>
        <pc:spChg chg="mod">
          <ac:chgData name="Guest User" userId="S::urn:spo:tenantanon#00f9cda3-075e-44e5-aa0b-aba3add6539f::" providerId="AD" clId="Web-{0825507F-48F7-D87C-C604-D07C6121F762}" dt="2026-09-21T05:40:10.395" v="17"/>
          <ac:spMkLst>
            <pc:docMk/>
            <pc:sldMk cId="0" sldId="281"/>
            <ac:spMk id="22" creationId="{1352FD69-1778-1560-DCE0-7535E28195D8}"/>
          </ac:spMkLst>
        </pc:spChg>
        <pc:spChg chg="mod">
          <ac:chgData name="Guest User" userId="S::urn:spo:tenantanon#00f9cda3-075e-44e5-aa0b-aba3add6539f::" providerId="AD" clId="Web-{0825507F-48F7-D87C-C604-D07C6121F762}" dt="2026-09-21T05:39:57.989" v="14"/>
          <ac:spMkLst>
            <pc:docMk/>
            <pc:sldMk cId="0" sldId="281"/>
            <ac:spMk id="23" creationId="{95EBC174-57D2-7334-E5EE-537E18CAD474}"/>
          </ac:spMkLst>
        </pc:spChg>
        <pc:spChg chg="mod">
          <ac:chgData name="Guest User" userId="S::urn:spo:tenantanon#00f9cda3-075e-44e5-aa0b-aba3add6539f::" providerId="AD" clId="Web-{0825507F-48F7-D87C-C604-D07C6121F762}" dt="2026-09-21T05:40:09.911" v="16"/>
          <ac:spMkLst>
            <pc:docMk/>
            <pc:sldMk cId="0" sldId="281"/>
            <ac:spMk id="24" creationId="{54FCE3CF-3926-60EB-50A5-B670A310F419}"/>
          </ac:spMkLst>
        </pc:spChg>
        <pc:graphicFrameChg chg="modGraphic">
          <ac:chgData name="Guest User" userId="S::urn:spo:tenantanon#00f9cda3-075e-44e5-aa0b-aba3add6539f::" providerId="AD" clId="Web-{0825507F-48F7-D87C-C604-D07C6121F762}" dt="2026-09-21T05:40:28.474" v="20"/>
          <ac:graphicFrameMkLst>
            <pc:docMk/>
            <pc:sldMk cId="0" sldId="281"/>
            <ac:graphicFrameMk id="4" creationId="{F8903C68-F84E-3D1B-69CE-26F4291BDB2E}"/>
          </ac:graphicFrameMkLst>
        </pc:graphicFrameChg>
        <pc:graphicFrameChg chg="mod modGraphic">
          <ac:chgData name="Guest User" userId="S::urn:spo:tenantanon#00f9cda3-075e-44e5-aa0b-aba3add6539f::" providerId="AD" clId="Web-{0825507F-48F7-D87C-C604-D07C6121F762}" dt="2026-09-21T05:40:40.489" v="23"/>
          <ac:graphicFrameMkLst>
            <pc:docMk/>
            <pc:sldMk cId="0" sldId="281"/>
            <ac:graphicFrameMk id="28" creationId="{D20F2AEC-FEA0-DD16-44C9-0A4A9A1415A6}"/>
          </ac:graphicFrameMkLst>
        </pc:graphicFrameChg>
      </pc:sldChg>
      <pc:sldChg chg="modSp">
        <pc:chgData name="Guest User" userId="S::urn:spo:tenantanon#00f9cda3-075e-44e5-aa0b-aba3add6539f::" providerId="AD" clId="Web-{0825507F-48F7-D87C-C604-D07C6121F762}" dt="2026-09-21T05:49:49.978" v="114" actId="1076"/>
        <pc:sldMkLst>
          <pc:docMk/>
          <pc:sldMk cId="3753387913" sldId="293"/>
        </pc:sldMkLst>
        <pc:graphicFrameChg chg="modGraphic">
          <ac:chgData name="Guest User" userId="S::urn:spo:tenantanon#00f9cda3-075e-44e5-aa0b-aba3add6539f::" providerId="AD" clId="Web-{0825507F-48F7-D87C-C604-D07C6121F762}" dt="2026-09-21T05:41:12.661" v="26"/>
          <ac:graphicFrameMkLst>
            <pc:docMk/>
            <pc:sldMk cId="3753387913" sldId="293"/>
            <ac:graphicFrameMk id="4" creationId="{4A6CA705-E886-20C7-2C4F-40E2E095BB29}"/>
          </ac:graphicFrameMkLst>
        </pc:graphicFrameChg>
        <pc:graphicFrameChg chg="modGraphic">
          <ac:chgData name="Guest User" userId="S::urn:spo:tenantanon#00f9cda3-075e-44e5-aa0b-aba3add6539f::" providerId="AD" clId="Web-{0825507F-48F7-D87C-C604-D07C6121F762}" dt="2026-09-21T05:41:24.052" v="29"/>
          <ac:graphicFrameMkLst>
            <pc:docMk/>
            <pc:sldMk cId="3753387913" sldId="293"/>
            <ac:graphicFrameMk id="9" creationId="{CF387255-75B9-7213-DC9A-2092E7BB8D41}"/>
          </ac:graphicFrameMkLst>
        </pc:graphicFrameChg>
        <pc:graphicFrameChg chg="modGraphic">
          <ac:chgData name="Guest User" userId="S::urn:spo:tenantanon#00f9cda3-075e-44e5-aa0b-aba3add6539f::" providerId="AD" clId="Web-{0825507F-48F7-D87C-C604-D07C6121F762}" dt="2026-09-21T05:41:34.755" v="31"/>
          <ac:graphicFrameMkLst>
            <pc:docMk/>
            <pc:sldMk cId="3753387913" sldId="293"/>
            <ac:graphicFrameMk id="12" creationId="{0F276618-F4B5-A35E-E3A3-794104647333}"/>
          </ac:graphicFrameMkLst>
        </pc:graphicFrameChg>
        <pc:picChg chg="mod">
          <ac:chgData name="Guest User" userId="S::urn:spo:tenantanon#00f9cda3-075e-44e5-aa0b-aba3add6539f::" providerId="AD" clId="Web-{0825507F-48F7-D87C-C604-D07C6121F762}" dt="2026-09-21T05:49:43.900" v="113" actId="1076"/>
          <ac:picMkLst>
            <pc:docMk/>
            <pc:sldMk cId="3753387913" sldId="293"/>
            <ac:picMk id="14" creationId="{EB4BD675-EE94-7940-9971-54239A46029F}"/>
          </ac:picMkLst>
        </pc:picChg>
        <pc:picChg chg="mod">
          <ac:chgData name="Guest User" userId="S::urn:spo:tenantanon#00f9cda3-075e-44e5-aa0b-aba3add6539f::" providerId="AD" clId="Web-{0825507F-48F7-D87C-C604-D07C6121F762}" dt="2026-09-21T05:49:49.978" v="114" actId="1076"/>
          <ac:picMkLst>
            <pc:docMk/>
            <pc:sldMk cId="3753387913" sldId="293"/>
            <ac:picMk id="15" creationId="{A15C0583-CF92-890A-81C4-26A76417763B}"/>
          </ac:picMkLst>
        </pc:picChg>
      </pc:sldChg>
      <pc:sldChg chg="modSp">
        <pc:chgData name="Guest User" userId="S::urn:spo:tenantanon#00f9cda3-075e-44e5-aa0b-aba3add6539f::" providerId="AD" clId="Web-{0825507F-48F7-D87C-C604-D07C6121F762}" dt="2026-09-21T05:55:01.560" v="120"/>
        <pc:sldMkLst>
          <pc:docMk/>
          <pc:sldMk cId="2997144140" sldId="294"/>
        </pc:sldMkLst>
        <pc:graphicFrameChg chg="mod modGraphic">
          <ac:chgData name="Guest User" userId="S::urn:spo:tenantanon#00f9cda3-075e-44e5-aa0b-aba3add6539f::" providerId="AD" clId="Web-{0825507F-48F7-D87C-C604-D07C6121F762}" dt="2026-09-21T05:45:18.835" v="75"/>
          <ac:graphicFrameMkLst>
            <pc:docMk/>
            <pc:sldMk cId="2997144140" sldId="294"/>
            <ac:graphicFrameMk id="5" creationId="{C36CBD60-912C-53A1-CA2B-1E2536527DF1}"/>
          </ac:graphicFrameMkLst>
        </pc:graphicFrameChg>
        <pc:graphicFrameChg chg="mod modGraphic">
          <ac:chgData name="Guest User" userId="S::urn:spo:tenantanon#00f9cda3-075e-44e5-aa0b-aba3add6539f::" providerId="AD" clId="Web-{0825507F-48F7-D87C-C604-D07C6121F762}" dt="2026-09-21T05:55:01.560" v="120"/>
          <ac:graphicFrameMkLst>
            <pc:docMk/>
            <pc:sldMk cId="2997144140" sldId="294"/>
            <ac:graphicFrameMk id="9" creationId="{A3DEE6E1-238E-BF6B-DFB1-BE2971C938F6}"/>
          </ac:graphicFrameMkLst>
        </pc:graphicFrameChg>
      </pc:sldChg>
    </pc:docChg>
  </pc:docChgLst>
  <pc:docChgLst>
    <pc:chgData name="Meghna N N - [CB.EN.U4EEE24127]" userId="S::cb.en.u4eee24127@cb.students.amrita.edu::e3ddf5fe-8733-4e55-93f8-aaaff2ac1237" providerId="AD" clId="Web-{0295E55E-048B-DEAE-F784-75C31D013C2B}"/>
    <pc:docChg chg="modSld">
      <pc:chgData name="Meghna N N - [CB.EN.U4EEE24127]" userId="S::cb.en.u4eee24127@cb.students.amrita.edu::e3ddf5fe-8733-4e55-93f8-aaaff2ac1237" providerId="AD" clId="Web-{0295E55E-048B-DEAE-F784-75C31D013C2B}" dt="2026-09-18T18:25:41.474" v="14" actId="1076"/>
      <pc:docMkLst>
        <pc:docMk/>
      </pc:docMkLst>
      <pc:sldChg chg="modSp">
        <pc:chgData name="Meghna N N - [CB.EN.U4EEE24127]" userId="S::cb.en.u4eee24127@cb.students.amrita.edu::e3ddf5fe-8733-4e55-93f8-aaaff2ac1237" providerId="AD" clId="Web-{0295E55E-048B-DEAE-F784-75C31D013C2B}" dt="2026-09-18T18:25:41.474" v="14" actId="1076"/>
        <pc:sldMkLst>
          <pc:docMk/>
          <pc:sldMk cId="0" sldId="281"/>
        </pc:sldMkLst>
        <pc:spChg chg="mod">
          <ac:chgData name="Meghna N N - [CB.EN.U4EEE24127]" userId="S::cb.en.u4eee24127@cb.students.amrita.edu::e3ddf5fe-8733-4e55-93f8-aaaff2ac1237" providerId="AD" clId="Web-{0295E55E-048B-DEAE-F784-75C31D013C2B}" dt="2026-09-18T18:25:41.474" v="14" actId="1076"/>
          <ac:spMkLst>
            <pc:docMk/>
            <pc:sldMk cId="0" sldId="281"/>
            <ac:spMk id="27" creationId="{C5197405-D8A1-9A31-B061-E90B7F8B37E2}"/>
          </ac:spMkLst>
        </pc:spChg>
        <pc:graphicFrameChg chg="mod modGraphic">
          <ac:chgData name="Meghna N N - [CB.EN.U4EEE24127]" userId="S::cb.en.u4eee24127@cb.students.amrita.edu::e3ddf5fe-8733-4e55-93f8-aaaff2ac1237" providerId="AD" clId="Web-{0295E55E-048B-DEAE-F784-75C31D013C2B}" dt="2026-09-18T18:25:20.349" v="11"/>
          <ac:graphicFrameMkLst>
            <pc:docMk/>
            <pc:sldMk cId="0" sldId="281"/>
            <ac:graphicFrameMk id="28" creationId="{D20F2AEC-FEA0-DD16-44C9-0A4A9A1415A6}"/>
          </ac:graphicFrameMkLst>
        </pc:graphicFrameChg>
        <pc:picChg chg="mod">
          <ac:chgData name="Meghna N N - [CB.EN.U4EEE24127]" userId="S::cb.en.u4eee24127@cb.students.amrita.edu::e3ddf5fe-8733-4e55-93f8-aaaff2ac1237" providerId="AD" clId="Web-{0295E55E-048B-DEAE-F784-75C31D013C2B}" dt="2026-09-18T18:25:34.302" v="13" actId="14100"/>
          <ac:picMkLst>
            <pc:docMk/>
            <pc:sldMk cId="0" sldId="281"/>
            <ac:picMk id="11" creationId="{00000000-0000-0000-0000-000000000000}"/>
          </ac:picMkLst>
        </pc:picChg>
      </pc:sldChg>
    </pc:docChg>
  </pc:docChgLst>
  <pc:docChgLst>
    <pc:chgData name="Guest User" userId="S::urn:spo:tenantanon#00f9cda3-075e-44e5-aa0b-aba3add6539f::" providerId="AD" clId="Web-{457357F8-1CDB-BDDB-DEAF-4A57A1E886EC}"/>
    <pc:docChg chg="modSld">
      <pc:chgData name="Guest User" userId="S::urn:spo:tenantanon#00f9cda3-075e-44e5-aa0b-aba3add6539f::" providerId="AD" clId="Web-{457357F8-1CDB-BDDB-DEAF-4A57A1E886EC}" dt="2026-09-20T19:07:32.013" v="472"/>
      <pc:docMkLst>
        <pc:docMk/>
      </pc:docMkLst>
      <pc:sldChg chg="addSp delSp modSp">
        <pc:chgData name="Guest User" userId="S::urn:spo:tenantanon#00f9cda3-075e-44e5-aa0b-aba3add6539f::" providerId="AD" clId="Web-{457357F8-1CDB-BDDB-DEAF-4A57A1E886EC}" dt="2026-09-20T19:07:32.013" v="472"/>
        <pc:sldMkLst>
          <pc:docMk/>
          <pc:sldMk cId="2997144140" sldId="294"/>
        </pc:sldMkLst>
        <pc:spChg chg="add del">
          <ac:chgData name="Guest User" userId="S::urn:spo:tenantanon#00f9cda3-075e-44e5-aa0b-aba3add6539f::" providerId="AD" clId="Web-{457357F8-1CDB-BDDB-DEAF-4A57A1E886EC}" dt="2026-09-20T18:31:26.462" v="9"/>
          <ac:spMkLst>
            <pc:docMk/>
            <pc:sldMk cId="2997144140" sldId="294"/>
            <ac:spMk id="2" creationId="{4E26B1F1-298C-136A-F85D-A59AEC77C0F3}"/>
          </ac:spMkLst>
        </pc:spChg>
        <pc:spChg chg="del mod">
          <ac:chgData name="Guest User" userId="S::urn:spo:tenantanon#00f9cda3-075e-44e5-aa0b-aba3add6539f::" providerId="AD" clId="Web-{457357F8-1CDB-BDDB-DEAF-4A57A1E886EC}" dt="2026-09-20T18:33:40.424" v="18"/>
          <ac:spMkLst>
            <pc:docMk/>
            <pc:sldMk cId="2997144140" sldId="294"/>
            <ac:spMk id="4" creationId="{A9F3CF3B-2080-2C60-92D2-CADE36184703}"/>
          </ac:spMkLst>
        </pc:spChg>
        <pc:spChg chg="del mod">
          <ac:chgData name="Guest User" userId="S::urn:spo:tenantanon#00f9cda3-075e-44e5-aa0b-aba3add6539f::" providerId="AD" clId="Web-{457357F8-1CDB-BDDB-DEAF-4A57A1E886EC}" dt="2026-09-20T18:44:02.398" v="133"/>
          <ac:spMkLst>
            <pc:docMk/>
            <pc:sldMk cId="2997144140" sldId="294"/>
            <ac:spMk id="12" creationId="{0E0F2272-4D30-50D5-D906-07FF31ADF810}"/>
          </ac:spMkLst>
        </pc:spChg>
        <pc:graphicFrameChg chg="add mod modGraphic">
          <ac:chgData name="Guest User" userId="S::urn:spo:tenantanon#00f9cda3-075e-44e5-aa0b-aba3add6539f::" providerId="AD" clId="Web-{457357F8-1CDB-BDDB-DEAF-4A57A1E886EC}" dt="2026-09-20T19:07:32.013" v="472"/>
          <ac:graphicFrameMkLst>
            <pc:docMk/>
            <pc:sldMk cId="2997144140" sldId="294"/>
            <ac:graphicFrameMk id="5" creationId="{C36CBD60-912C-53A1-CA2B-1E2536527DF1}"/>
          </ac:graphicFrameMkLst>
        </pc:graphicFrameChg>
        <pc:graphicFrameChg chg="add del mod modGraphic">
          <ac:chgData name="Guest User" userId="S::urn:spo:tenantanon#00f9cda3-075e-44e5-aa0b-aba3add6539f::" providerId="AD" clId="Web-{457357F8-1CDB-BDDB-DEAF-4A57A1E886EC}" dt="2026-09-20T18:57:11.816" v="270"/>
          <ac:graphicFrameMkLst>
            <pc:docMk/>
            <pc:sldMk cId="2997144140" sldId="294"/>
            <ac:graphicFrameMk id="8" creationId="{B3B55796-9D5B-3098-E21D-771B3A3EC72D}"/>
          </ac:graphicFrameMkLst>
        </pc:graphicFrameChg>
        <pc:graphicFrameChg chg="add mod modGraphic">
          <ac:chgData name="Guest User" userId="S::urn:spo:tenantanon#00f9cda3-075e-44e5-aa0b-aba3add6539f::" providerId="AD" clId="Web-{457357F8-1CDB-BDDB-DEAF-4A57A1E886EC}" dt="2026-09-20T19:07:21.388" v="470"/>
          <ac:graphicFrameMkLst>
            <pc:docMk/>
            <pc:sldMk cId="2997144140" sldId="294"/>
            <ac:graphicFrameMk id="9" creationId="{A3DEE6E1-238E-BF6B-DFB1-BE2971C938F6}"/>
          </ac:graphicFrameMkLst>
        </pc:graphicFrameChg>
        <pc:picChg chg="mod">
          <ac:chgData name="Guest User" userId="S::urn:spo:tenantanon#00f9cda3-075e-44e5-aa0b-aba3add6539f::" providerId="AD" clId="Web-{457357F8-1CDB-BDDB-DEAF-4A57A1E886EC}" dt="2026-09-20T19:07:03.825" v="468" actId="14100"/>
          <ac:picMkLst>
            <pc:docMk/>
            <pc:sldMk cId="2997144140" sldId="294"/>
            <ac:picMk id="11" creationId="{00000000-0000-0000-0000-000000000000}"/>
          </ac:picMkLst>
        </pc:picChg>
      </pc:sldChg>
    </pc:docChg>
  </pc:docChgLst>
  <pc:docChgLst>
    <pc:chgData name="Guest User" userId="S::urn:spo:tenantanon#00f9cda3-075e-44e5-aa0b-aba3add6539f::" providerId="AD" clId="Web-{00000000-0000-0000-0000-000000000000}"/>
    <pc:docChg chg="modSld">
      <pc:chgData name="Guest User" userId="S::urn:spo:tenantanon#00f9cda3-075e-44e5-aa0b-aba3add6539f::" providerId="AD" clId="Web-{00000000-0000-0000-0000-000000000000}" dt="2026-09-21T06:35:41.368" v="530" actId="20577"/>
      <pc:docMkLst>
        <pc:docMk/>
      </pc:docMkLst>
      <pc:sldChg chg="addSp delSp modSp">
        <pc:chgData name="Guest User" userId="S::urn:spo:tenantanon#00f9cda3-075e-44e5-aa0b-aba3add6539f::" providerId="AD" clId="Web-{00000000-0000-0000-0000-000000000000}" dt="2026-09-21T06:35:41.368" v="530" actId="20577"/>
        <pc:sldMkLst>
          <pc:docMk/>
          <pc:sldMk cId="0" sldId="281"/>
        </pc:sldMkLst>
        <pc:spChg chg="mod">
          <ac:chgData name="Guest User" userId="S::urn:spo:tenantanon#00f9cda3-075e-44e5-aa0b-aba3add6539f::" providerId="AD" clId="Web-{00000000-0000-0000-0000-000000000000}" dt="2026-09-21T06:32:53.540" v="492" actId="1076"/>
          <ac:spMkLst>
            <pc:docMk/>
            <pc:sldMk cId="0" sldId="281"/>
            <ac:spMk id="3" creationId="{D3D9C335-30AD-0A1C-C119-EF526FBB7020}"/>
          </ac:spMkLst>
        </pc:spChg>
        <pc:spChg chg="mod">
          <ac:chgData name="Guest User" userId="S::urn:spo:tenantanon#00f9cda3-075e-44e5-aa0b-aba3add6539f::" providerId="AD" clId="Web-{00000000-0000-0000-0000-000000000000}" dt="2026-09-21T06:25:29.983" v="460" actId="1076"/>
          <ac:spMkLst>
            <pc:docMk/>
            <pc:sldMk cId="0" sldId="281"/>
            <ac:spMk id="8" creationId="{BD666531-62B0-3B31-4C78-D08F31891DF7}"/>
          </ac:spMkLst>
        </pc:spChg>
        <pc:spChg chg="mod">
          <ac:chgData name="Guest User" userId="S::urn:spo:tenantanon#00f9cda3-075e-44e5-aa0b-aba3add6539f::" providerId="AD" clId="Web-{00000000-0000-0000-0000-000000000000}" dt="2026-09-20T18:42:06.312" v="230" actId="1076"/>
          <ac:spMkLst>
            <pc:docMk/>
            <pc:sldMk cId="0" sldId="281"/>
            <ac:spMk id="10" creationId="{3A9CF9BE-B38B-18EF-DE87-14D8DAF9319A}"/>
          </ac:spMkLst>
        </pc:spChg>
        <pc:spChg chg="del mod">
          <ac:chgData name="Guest User" userId="S::urn:spo:tenantanon#00f9cda3-075e-44e5-aa0b-aba3add6539f::" providerId="AD" clId="Web-{00000000-0000-0000-0000-000000000000}" dt="2026-09-21T06:27:28.781" v="466"/>
          <ac:spMkLst>
            <pc:docMk/>
            <pc:sldMk cId="0" sldId="281"/>
            <ac:spMk id="12" creationId="{CC347BE3-701E-75A7-4EB4-1BE4B8B3124C}"/>
          </ac:spMkLst>
        </pc:spChg>
        <pc:spChg chg="del mod">
          <ac:chgData name="Guest User" userId="S::urn:spo:tenantanon#00f9cda3-075e-44e5-aa0b-aba3add6539f::" providerId="AD" clId="Web-{00000000-0000-0000-0000-000000000000}" dt="2026-09-21T06:27:28.781" v="468"/>
          <ac:spMkLst>
            <pc:docMk/>
            <pc:sldMk cId="0" sldId="281"/>
            <ac:spMk id="13" creationId="{B7F05257-92A8-27A9-644A-68151C772153}"/>
          </ac:spMkLst>
        </pc:spChg>
        <pc:spChg chg="del mod">
          <ac:chgData name="Guest User" userId="S::urn:spo:tenantanon#00f9cda3-075e-44e5-aa0b-aba3add6539f::" providerId="AD" clId="Web-{00000000-0000-0000-0000-000000000000}" dt="2026-09-21T06:27:28.781" v="467"/>
          <ac:spMkLst>
            <pc:docMk/>
            <pc:sldMk cId="0" sldId="281"/>
            <ac:spMk id="14" creationId="{D226C36F-596C-8F07-2219-2FD98C1ABDCD}"/>
          </ac:spMkLst>
        </pc:spChg>
        <pc:spChg chg="mod">
          <ac:chgData name="Guest User" userId="S::urn:spo:tenantanon#00f9cda3-075e-44e5-aa0b-aba3add6539f::" providerId="AD" clId="Web-{00000000-0000-0000-0000-000000000000}" dt="2026-09-21T06:32:45.118" v="491" actId="1076"/>
          <ac:spMkLst>
            <pc:docMk/>
            <pc:sldMk cId="0" sldId="281"/>
            <ac:spMk id="17" creationId="{6C9C7287-A739-C192-F9CA-9E47879ED695}"/>
          </ac:spMkLst>
        </pc:spChg>
        <pc:spChg chg="del mod">
          <ac:chgData name="Guest User" userId="S::urn:spo:tenantanon#00f9cda3-075e-44e5-aa0b-aba3add6539f::" providerId="AD" clId="Web-{00000000-0000-0000-0000-000000000000}" dt="2026-09-21T06:27:28.781" v="465"/>
          <ac:spMkLst>
            <pc:docMk/>
            <pc:sldMk cId="0" sldId="281"/>
            <ac:spMk id="18" creationId="{4ECA611E-C1C4-D903-213C-B479FD787EB2}"/>
          </ac:spMkLst>
        </pc:spChg>
        <pc:spChg chg="mod">
          <ac:chgData name="Guest User" userId="S::urn:spo:tenantanon#00f9cda3-075e-44e5-aa0b-aba3add6539f::" providerId="AD" clId="Web-{00000000-0000-0000-0000-000000000000}" dt="2026-09-21T06:28:58.485" v="474" actId="1076"/>
          <ac:spMkLst>
            <pc:docMk/>
            <pc:sldMk cId="0" sldId="281"/>
            <ac:spMk id="19" creationId="{668A8E30-F8FB-25BB-E367-58650311CC60}"/>
          </ac:spMkLst>
        </pc:spChg>
        <pc:spChg chg="mod">
          <ac:chgData name="Guest User" userId="S::urn:spo:tenantanon#00f9cda3-075e-44e5-aa0b-aba3add6539f::" providerId="AD" clId="Web-{00000000-0000-0000-0000-000000000000}" dt="2026-09-21T06:35:41.368" v="530" actId="20577"/>
          <ac:spMkLst>
            <pc:docMk/>
            <pc:sldMk cId="0" sldId="281"/>
            <ac:spMk id="25" creationId="{B1C1609F-09B2-80A4-151D-E180D5900A85}"/>
          </ac:spMkLst>
        </pc:spChg>
        <pc:spChg chg="mod">
          <ac:chgData name="Guest User" userId="S::urn:spo:tenantanon#00f9cda3-075e-44e5-aa0b-aba3add6539f::" providerId="AD" clId="Web-{00000000-0000-0000-0000-000000000000}" dt="2026-09-20T18:41:54.891" v="229" actId="1076"/>
          <ac:spMkLst>
            <pc:docMk/>
            <pc:sldMk cId="0" sldId="281"/>
            <ac:spMk id="27" creationId="{C5197405-D8A1-9A31-B061-E90B7F8B37E2}"/>
          </ac:spMkLst>
        </pc:spChg>
        <pc:spChg chg="del">
          <ac:chgData name="Guest User" userId="S::urn:spo:tenantanon#00f9cda3-075e-44e5-aa0b-aba3add6539f::" providerId="AD" clId="Web-{00000000-0000-0000-0000-000000000000}" dt="2026-09-20T18:42:46.938" v="231"/>
          <ac:spMkLst>
            <pc:docMk/>
            <pc:sldMk cId="0" sldId="281"/>
            <ac:spMk id="29" creationId="{07752F30-189D-AF67-717E-66ED4B029A79}"/>
          </ac:spMkLst>
        </pc:spChg>
        <pc:graphicFrameChg chg="mod modGraphic">
          <ac:chgData name="Guest User" userId="S::urn:spo:tenantanon#00f9cda3-075e-44e5-aa0b-aba3add6539f::" providerId="AD" clId="Web-{00000000-0000-0000-0000-000000000000}" dt="2026-09-21T06:32:21.259" v="489" actId="1076"/>
          <ac:graphicFrameMkLst>
            <pc:docMk/>
            <pc:sldMk cId="0" sldId="281"/>
            <ac:graphicFrameMk id="4" creationId="{F8903C68-F84E-3D1B-69CE-26F4291BDB2E}"/>
          </ac:graphicFrameMkLst>
        </pc:graphicFrameChg>
        <pc:graphicFrameChg chg="mod modGraphic">
          <ac:chgData name="Guest User" userId="S::urn:spo:tenantanon#00f9cda3-075e-44e5-aa0b-aba3add6539f::" providerId="AD" clId="Web-{00000000-0000-0000-0000-000000000000}" dt="2026-09-21T06:32:27.212" v="490" actId="1076"/>
          <ac:graphicFrameMkLst>
            <pc:docMk/>
            <pc:sldMk cId="0" sldId="281"/>
            <ac:graphicFrameMk id="28" creationId="{D20F2AEC-FEA0-DD16-44C9-0A4A9A1415A6}"/>
          </ac:graphicFrameMkLst>
        </pc:graphicFrameChg>
        <pc:picChg chg="mod">
          <ac:chgData name="Guest User" userId="S::urn:spo:tenantanon#00f9cda3-075e-44e5-aa0b-aba3add6539f::" providerId="AD" clId="Web-{00000000-0000-0000-0000-000000000000}" dt="2026-09-18T18:25:59.623" v="3" actId="14100"/>
          <ac:picMkLst>
            <pc:docMk/>
            <pc:sldMk cId="0" sldId="281"/>
            <ac:picMk id="11" creationId="{00000000-0000-0000-0000-000000000000}"/>
          </ac:picMkLst>
        </pc:picChg>
        <pc:picChg chg="add mod">
          <ac:chgData name="Guest User" userId="S::urn:spo:tenantanon#00f9cda3-075e-44e5-aa0b-aba3add6539f::" providerId="AD" clId="Web-{00000000-0000-0000-0000-000000000000}" dt="2026-09-21T06:30:12.869" v="485" actId="1076"/>
          <ac:picMkLst>
            <pc:docMk/>
            <pc:sldMk cId="0" sldId="281"/>
            <ac:picMk id="16" creationId="{BEB9CA23-E8CE-B556-DB51-6261F8D03261}"/>
          </ac:picMkLst>
        </pc:picChg>
        <pc:inkChg chg="del mod">
          <ac:chgData name="Guest User" userId="S::urn:spo:tenantanon#00f9cda3-075e-44e5-aa0b-aba3add6539f::" providerId="AD" clId="Web-{00000000-0000-0000-0000-000000000000}" dt="2026-09-21T06:27:28.781" v="464"/>
          <ac:inkMkLst>
            <pc:docMk/>
            <pc:sldMk cId="0" sldId="281"/>
            <ac:inkMk id="15" creationId="{538544F8-E7A8-59DC-2D99-EDDE0C4AD70F}"/>
          </ac:inkMkLst>
        </pc:inkChg>
        <pc:inkChg chg="del mod">
          <ac:chgData name="Guest User" userId="S::urn:spo:tenantanon#00f9cda3-075e-44e5-aa0b-aba3add6539f::" providerId="AD" clId="Web-{00000000-0000-0000-0000-000000000000}" dt="2026-09-21T06:27:28.781" v="463"/>
          <ac:inkMkLst>
            <pc:docMk/>
            <pc:sldMk cId="0" sldId="281"/>
            <ac:inkMk id="26" creationId="{7A765C46-D978-4CE2-D6AD-4A3AB85EFB4A}"/>
          </ac:inkMkLst>
        </pc:inkChg>
        <pc:inkChg chg="del">
          <ac:chgData name="Guest User" userId="S::urn:spo:tenantanon#00f9cda3-075e-44e5-aa0b-aba3add6539f::" providerId="AD" clId="Web-{00000000-0000-0000-0000-000000000000}" dt="2026-09-21T06:27:28.781" v="462"/>
          <ac:inkMkLst>
            <pc:docMk/>
            <pc:sldMk cId="0" sldId="281"/>
            <ac:inkMk id="30" creationId="{57780FFB-9C30-ECF5-4C25-22D79D1FB490}"/>
          </ac:inkMkLst>
        </pc:inkChg>
        <pc:inkChg chg="del">
          <ac:chgData name="Guest User" userId="S::urn:spo:tenantanon#00f9cda3-075e-44e5-aa0b-aba3add6539f::" providerId="AD" clId="Web-{00000000-0000-0000-0000-000000000000}" dt="2026-09-21T06:22:10.386" v="438"/>
          <ac:inkMkLst>
            <pc:docMk/>
            <pc:sldMk cId="0" sldId="281"/>
            <ac:inkMk id="31" creationId="{6F714F7C-D4DB-3B87-BA24-5AD761C42D16}"/>
          </ac:inkMkLst>
        </pc:inkChg>
      </pc:sldChg>
      <pc:sldChg chg="addSp delSp modSp">
        <pc:chgData name="Guest User" userId="S::urn:spo:tenantanon#00f9cda3-075e-44e5-aa0b-aba3add6539f::" providerId="AD" clId="Web-{00000000-0000-0000-0000-000000000000}" dt="2026-09-20T18:51:02.066" v="340" actId="14100"/>
        <pc:sldMkLst>
          <pc:docMk/>
          <pc:sldMk cId="0" sldId="290"/>
        </pc:sldMkLst>
        <pc:graphicFrameChg chg="add del mod modGraphic">
          <ac:chgData name="Guest User" userId="S::urn:spo:tenantanon#00f9cda3-075e-44e5-aa0b-aba3add6539f::" providerId="AD" clId="Web-{00000000-0000-0000-0000-000000000000}" dt="2026-09-20T18:39:26.622" v="210"/>
          <ac:graphicFrameMkLst>
            <pc:docMk/>
            <pc:sldMk cId="0" sldId="290"/>
            <ac:graphicFrameMk id="4" creationId="{FDD1C5D6-88EB-4013-E148-B7A48D9C7AA9}"/>
          </ac:graphicFrameMkLst>
        </pc:graphicFrameChg>
        <pc:picChg chg="add del mod modCrop">
          <ac:chgData name="Guest User" userId="S::urn:spo:tenantanon#00f9cda3-075e-44e5-aa0b-aba3add6539f::" providerId="AD" clId="Web-{00000000-0000-0000-0000-000000000000}" dt="2026-09-20T18:50:32.675" v="335"/>
          <ac:picMkLst>
            <pc:docMk/>
            <pc:sldMk cId="0" sldId="290"/>
            <ac:picMk id="5" creationId="{21240071-6147-CE84-E394-18F4975D7DF9}"/>
          </ac:picMkLst>
        </pc:picChg>
        <pc:picChg chg="add mod">
          <ac:chgData name="Guest User" userId="S::urn:spo:tenantanon#00f9cda3-075e-44e5-aa0b-aba3add6539f::" providerId="AD" clId="Web-{00000000-0000-0000-0000-000000000000}" dt="2026-09-20T18:51:02.066" v="340" actId="14100"/>
          <ac:picMkLst>
            <pc:docMk/>
            <pc:sldMk cId="0" sldId="290"/>
            <ac:picMk id="8" creationId="{60EBBF8D-50E8-527F-C5C4-3327377C8416}"/>
          </ac:picMkLst>
        </pc:picChg>
        <pc:picChg chg="del mod">
          <ac:chgData name="Guest User" userId="S::urn:spo:tenantanon#00f9cda3-075e-44e5-aa0b-aba3add6539f::" providerId="AD" clId="Web-{00000000-0000-0000-0000-000000000000}" dt="2026-09-20T18:39:44.638" v="215"/>
          <ac:picMkLst>
            <pc:docMk/>
            <pc:sldMk cId="0" sldId="290"/>
            <ac:picMk id="11" creationId="{EBE7BEAE-250D-79FD-78AE-8013D278308F}"/>
          </ac:picMkLst>
        </pc:picChg>
      </pc:sldChg>
      <pc:sldChg chg="addSp delSp modSp">
        <pc:chgData name="Guest User" userId="S::urn:spo:tenantanon#00f9cda3-075e-44e5-aa0b-aba3add6539f::" providerId="AD" clId="Web-{00000000-0000-0000-0000-000000000000}" dt="2026-09-21T06:15:01.865" v="417" actId="1076"/>
        <pc:sldMkLst>
          <pc:docMk/>
          <pc:sldMk cId="3753387913" sldId="293"/>
        </pc:sldMkLst>
        <pc:graphicFrameChg chg="modGraphic">
          <ac:chgData name="Guest User" userId="S::urn:spo:tenantanon#00f9cda3-075e-44e5-aa0b-aba3add6539f::" providerId="AD" clId="Web-{00000000-0000-0000-0000-000000000000}" dt="2026-09-20T18:57:13.822" v="343"/>
          <ac:graphicFrameMkLst>
            <pc:docMk/>
            <pc:sldMk cId="3753387913" sldId="293"/>
            <ac:graphicFrameMk id="4" creationId="{4A6CA705-E886-20C7-2C4F-40E2E095BB29}"/>
          </ac:graphicFrameMkLst>
        </pc:graphicFrameChg>
        <pc:graphicFrameChg chg="modGraphic">
          <ac:chgData name="Guest User" userId="S::urn:spo:tenantanon#00f9cda3-075e-44e5-aa0b-aba3add6539f::" providerId="AD" clId="Web-{00000000-0000-0000-0000-000000000000}" dt="2026-09-20T18:57:21.447" v="344"/>
          <ac:graphicFrameMkLst>
            <pc:docMk/>
            <pc:sldMk cId="3753387913" sldId="293"/>
            <ac:graphicFrameMk id="9" creationId="{CF387255-75B9-7213-DC9A-2092E7BB8D41}"/>
          </ac:graphicFrameMkLst>
        </pc:graphicFrameChg>
        <pc:graphicFrameChg chg="mod">
          <ac:chgData name="Guest User" userId="S::urn:spo:tenantanon#00f9cda3-075e-44e5-aa0b-aba3add6539f::" providerId="AD" clId="Web-{00000000-0000-0000-0000-000000000000}" dt="2026-09-21T06:06:02.169" v="413" actId="1076"/>
          <ac:graphicFrameMkLst>
            <pc:docMk/>
            <pc:sldMk cId="3753387913" sldId="293"/>
            <ac:graphicFrameMk id="12" creationId="{0F276618-F4B5-A35E-E3A3-794104647333}"/>
          </ac:graphicFrameMkLst>
        </pc:graphicFrameChg>
        <pc:picChg chg="add mod">
          <ac:chgData name="Guest User" userId="S::urn:spo:tenantanon#00f9cda3-075e-44e5-aa0b-aba3add6539f::" providerId="AD" clId="Web-{00000000-0000-0000-0000-000000000000}" dt="2026-09-20T18:33:27.432" v="41" actId="1076"/>
          <ac:picMkLst>
            <pc:docMk/>
            <pc:sldMk cId="3753387913" sldId="293"/>
            <ac:picMk id="2" creationId="{1B050989-20BA-6635-7BE9-BF105FE61FBC}"/>
          </ac:picMkLst>
        </pc:picChg>
        <pc:picChg chg="mod">
          <ac:chgData name="Guest User" userId="S::urn:spo:tenantanon#00f9cda3-075e-44e5-aa0b-aba3add6539f::" providerId="AD" clId="Web-{00000000-0000-0000-0000-000000000000}" dt="2026-09-20T18:46:17.689" v="234" actId="14100"/>
          <ac:picMkLst>
            <pc:docMk/>
            <pc:sldMk cId="3753387913" sldId="293"/>
            <ac:picMk id="14" creationId="{EB4BD675-EE94-7940-9971-54239A46029F}"/>
          </ac:picMkLst>
        </pc:picChg>
        <pc:picChg chg="mod">
          <ac:chgData name="Guest User" userId="S::urn:spo:tenantanon#00f9cda3-075e-44e5-aa0b-aba3add6539f::" providerId="AD" clId="Web-{00000000-0000-0000-0000-000000000000}" dt="2026-09-21T06:15:01.865" v="417" actId="1076"/>
          <ac:picMkLst>
            <pc:docMk/>
            <pc:sldMk cId="3753387913" sldId="293"/>
            <ac:picMk id="15" creationId="{A15C0583-CF92-890A-81C4-26A76417763B}"/>
          </ac:picMkLst>
        </pc:picChg>
      </pc:sldChg>
      <pc:sldChg chg="addSp delSp modSp">
        <pc:chgData name="Guest User" userId="S::urn:spo:tenantanon#00f9cda3-075e-44e5-aa0b-aba3add6539f::" providerId="AD" clId="Web-{00000000-0000-0000-0000-000000000000}" dt="2026-09-21T06:00:37.306" v="407" actId="1076"/>
        <pc:sldMkLst>
          <pc:docMk/>
          <pc:sldMk cId="2997144140" sldId="294"/>
        </pc:sldMkLst>
        <pc:graphicFrameChg chg="mod modGraphic">
          <ac:chgData name="Guest User" userId="S::urn:spo:tenantanon#00f9cda3-075e-44e5-aa0b-aba3add6539f::" providerId="AD" clId="Web-{00000000-0000-0000-0000-000000000000}" dt="2026-09-21T06:00:22.227" v="405" actId="1076"/>
          <ac:graphicFrameMkLst>
            <pc:docMk/>
            <pc:sldMk cId="2997144140" sldId="294"/>
            <ac:graphicFrameMk id="5" creationId="{C36CBD60-912C-53A1-CA2B-1E2536527DF1}"/>
          </ac:graphicFrameMkLst>
        </pc:graphicFrameChg>
        <pc:graphicFrameChg chg="mod modGraphic">
          <ac:chgData name="Guest User" userId="S::urn:spo:tenantanon#00f9cda3-075e-44e5-aa0b-aba3add6539f::" providerId="AD" clId="Web-{00000000-0000-0000-0000-000000000000}" dt="2026-09-20T18:50:27.003" v="334"/>
          <ac:graphicFrameMkLst>
            <pc:docMk/>
            <pc:sldMk cId="2997144140" sldId="294"/>
            <ac:graphicFrameMk id="8" creationId="{B3B55796-9D5B-3098-E21D-771B3A3EC72D}"/>
          </ac:graphicFrameMkLst>
        </pc:graphicFrameChg>
        <pc:graphicFrameChg chg="mod modGraphic">
          <ac:chgData name="Guest User" userId="S::urn:spo:tenantanon#00f9cda3-075e-44e5-aa0b-aba3add6539f::" providerId="AD" clId="Web-{00000000-0000-0000-0000-000000000000}" dt="2026-09-21T06:00:37.306" v="407" actId="1076"/>
          <ac:graphicFrameMkLst>
            <pc:docMk/>
            <pc:sldMk cId="2997144140" sldId="294"/>
            <ac:graphicFrameMk id="9" creationId="{A3DEE6E1-238E-BF6B-DFB1-BE2971C938F6}"/>
          </ac:graphicFrameMkLst>
        </pc:graphicFrameChg>
      </pc:sldChg>
    </pc:docChg>
  </pc:docChgLst>
  <pc:docChgLst>
    <pc:chgData name="Meghna N N - [CB.EN.U4EEE24127]" userId="S::cb.en.u4eee24127@cb.students.amrita.edu::e3ddf5fe-8733-4e55-93f8-aaaff2ac1237" providerId="AD" clId="Web-{1020554B-6DDF-BC7A-6C3F-5545C1C2ADB2}"/>
    <pc:docChg chg="modSld">
      <pc:chgData name="Meghna N N - [CB.EN.U4EEE24127]" userId="S::cb.en.u4eee24127@cb.students.amrita.edu::e3ddf5fe-8733-4e55-93f8-aaaff2ac1237" providerId="AD" clId="Web-{1020554B-6DDF-BC7A-6C3F-5545C1C2ADB2}" dt="2026-09-18T16:09:43.231" v="712" actId="1076"/>
      <pc:docMkLst>
        <pc:docMk/>
      </pc:docMkLst>
      <pc:sldChg chg="addSp delSp modSp">
        <pc:chgData name="Meghna N N - [CB.EN.U4EEE24127]" userId="S::cb.en.u4eee24127@cb.students.amrita.edu::e3ddf5fe-8733-4e55-93f8-aaaff2ac1237" providerId="AD" clId="Web-{1020554B-6DDF-BC7A-6C3F-5545C1C2ADB2}" dt="2026-09-18T16:09:43.231" v="712" actId="1076"/>
        <pc:sldMkLst>
          <pc:docMk/>
          <pc:sldMk cId="0" sldId="281"/>
        </pc:sldMkLst>
        <pc:spChg chg="add mod">
          <ac:chgData name="Meghna N N - [CB.EN.U4EEE24127]" userId="S::cb.en.u4eee24127@cb.students.amrita.edu::e3ddf5fe-8733-4e55-93f8-aaaff2ac1237" providerId="AD" clId="Web-{1020554B-6DDF-BC7A-6C3F-5545C1C2ADB2}" dt="2026-09-18T16:05:32.638" v="662" actId="1076"/>
          <ac:spMkLst>
            <pc:docMk/>
            <pc:sldMk cId="0" sldId="281"/>
            <ac:spMk id="2" creationId="{D619DD2E-6734-7724-E6C4-33C5B6AD23C2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6:00.482" v="670" actId="1076"/>
          <ac:spMkLst>
            <pc:docMk/>
            <pc:sldMk cId="0" sldId="281"/>
            <ac:spMk id="3" creationId="{D3D9C335-30AD-0A1C-C119-EF526FBB7020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5:16.451" v="659" actId="1076"/>
          <ac:spMkLst>
            <pc:docMk/>
            <pc:sldMk cId="0" sldId="281"/>
            <ac:spMk id="8" creationId="{BD666531-62B0-3B31-4C78-D08F31891DF7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9:33.184" v="711" actId="1076"/>
          <ac:spMkLst>
            <pc:docMk/>
            <pc:sldMk cId="0" sldId="281"/>
            <ac:spMk id="10" creationId="{3A9CF9BE-B38B-18EF-DE87-14D8DAF9319A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5:25.966" v="661" actId="1076"/>
          <ac:spMkLst>
            <pc:docMk/>
            <pc:sldMk cId="0" sldId="281"/>
            <ac:spMk id="17" creationId="{6C9C7287-A739-C192-F9CA-9E47879ED695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6:45.013" v="678" actId="1076"/>
          <ac:spMkLst>
            <pc:docMk/>
            <pc:sldMk cId="0" sldId="281"/>
            <ac:spMk id="19" creationId="{668A8E30-F8FB-25BB-E367-58650311CC60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5:39.372" v="664" actId="1076"/>
          <ac:spMkLst>
            <pc:docMk/>
            <pc:sldMk cId="0" sldId="281"/>
            <ac:spMk id="20" creationId="{4EBF687D-63C6-D89C-6CB0-C1EFA3CDDA63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5:51.888" v="668" actId="1076"/>
          <ac:spMkLst>
            <pc:docMk/>
            <pc:sldMk cId="0" sldId="281"/>
            <ac:spMk id="21" creationId="{A6FE96F9-D326-45A4-CBE5-51475DE9F720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5:54.747" v="669" actId="1076"/>
          <ac:spMkLst>
            <pc:docMk/>
            <pc:sldMk cId="0" sldId="281"/>
            <ac:spMk id="22" creationId="{1352FD69-1778-1560-DCE0-7535E28195D8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5:47.872" v="667" actId="1076"/>
          <ac:spMkLst>
            <pc:docMk/>
            <pc:sldMk cId="0" sldId="281"/>
            <ac:spMk id="23" creationId="{95EBC174-57D2-7334-E5EE-537E18CAD474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5:44.763" v="666" actId="1076"/>
          <ac:spMkLst>
            <pc:docMk/>
            <pc:sldMk cId="0" sldId="281"/>
            <ac:spMk id="24" creationId="{54FCE3CF-3926-60EB-50A5-B670A310F419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6:50.575" v="679" actId="1076"/>
          <ac:spMkLst>
            <pc:docMk/>
            <pc:sldMk cId="0" sldId="281"/>
            <ac:spMk id="25" creationId="{B1C1609F-09B2-80A4-151D-E180D5900A85}"/>
          </ac:spMkLst>
        </pc:spChg>
        <pc:spChg chg="add mod">
          <ac:chgData name="Meghna N N - [CB.EN.U4EEE24127]" userId="S::cb.en.u4eee24127@cb.students.amrita.edu::e3ddf5fe-8733-4e55-93f8-aaaff2ac1237" providerId="AD" clId="Web-{1020554B-6DDF-BC7A-6C3F-5545C1C2ADB2}" dt="2026-09-18T16:08:50.278" v="704" actId="1076"/>
          <ac:spMkLst>
            <pc:docMk/>
            <pc:sldMk cId="0" sldId="281"/>
            <ac:spMk id="27" creationId="{C5197405-D8A1-9A31-B061-E90B7F8B37E2}"/>
          </ac:spMkLst>
        </pc:spChg>
        <pc:spChg chg="mod">
          <ac:chgData name="Meghna N N - [CB.EN.U4EEE24127]" userId="S::cb.en.u4eee24127@cb.students.amrita.edu::e3ddf5fe-8733-4e55-93f8-aaaff2ac1237" providerId="AD" clId="Web-{1020554B-6DDF-BC7A-6C3F-5545C1C2ADB2}" dt="2026-09-18T14:04:13.421" v="113" actId="1076"/>
          <ac:spMkLst>
            <pc:docMk/>
            <pc:sldMk cId="0" sldId="281"/>
            <ac:spMk id="15361" creationId="{00000000-0000-0000-0000-000000000000}"/>
          </ac:spMkLst>
        </pc:spChg>
        <pc:graphicFrameChg chg="add mod modGraphic">
          <ac:chgData name="Meghna N N - [CB.EN.U4EEE24127]" userId="S::cb.en.u4eee24127@cb.students.amrita.edu::e3ddf5fe-8733-4e55-93f8-aaaff2ac1237" providerId="AD" clId="Web-{1020554B-6DDF-BC7A-6C3F-5545C1C2ADB2}" dt="2026-09-18T16:05:10.216" v="657" actId="1076"/>
          <ac:graphicFrameMkLst>
            <pc:docMk/>
            <pc:sldMk cId="0" sldId="281"/>
            <ac:graphicFrameMk id="4" creationId="{F8903C68-F84E-3D1B-69CE-26F4291BDB2E}"/>
          </ac:graphicFrameMkLst>
        </pc:graphicFrameChg>
        <pc:graphicFrameChg chg="add del mod modGraphic">
          <ac:chgData name="Meghna N N - [CB.EN.U4EEE24127]" userId="S::cb.en.u4eee24127@cb.students.amrita.edu::e3ddf5fe-8733-4e55-93f8-aaaff2ac1237" providerId="AD" clId="Web-{1020554B-6DDF-BC7A-6C3F-5545C1C2ADB2}" dt="2026-09-18T16:09:14.121" v="707" actId="1076"/>
          <ac:graphicFrameMkLst>
            <pc:docMk/>
            <pc:sldMk cId="0" sldId="281"/>
            <ac:graphicFrameMk id="28" creationId="{D20F2AEC-FEA0-DD16-44C9-0A4A9A1415A6}"/>
          </ac:graphicFrameMkLst>
        </pc:graphicFrameChg>
        <pc:picChg chg="add mod">
          <ac:chgData name="Meghna N N - [CB.EN.U4EEE24127]" userId="S::cb.en.u4eee24127@cb.students.amrita.edu::e3ddf5fe-8733-4e55-93f8-aaaff2ac1237" providerId="AD" clId="Web-{1020554B-6DDF-BC7A-6C3F-5545C1C2ADB2}" dt="2026-09-18T16:05:42.154" v="665" actId="1076"/>
          <ac:picMkLst>
            <pc:docMk/>
            <pc:sldMk cId="0" sldId="281"/>
            <ac:picMk id="9" creationId="{A65E7B8B-43B2-9984-E488-51B772D54871}"/>
          </ac:picMkLst>
        </pc:picChg>
        <pc:picChg chg="mod">
          <ac:chgData name="Meghna N N - [CB.EN.U4EEE24127]" userId="S::cb.en.u4eee24127@cb.students.amrita.edu::e3ddf5fe-8733-4e55-93f8-aaaff2ac1237" providerId="AD" clId="Web-{1020554B-6DDF-BC7A-6C3F-5545C1C2ADB2}" dt="2026-09-18T16:09:43.231" v="712" actId="1076"/>
          <ac:picMkLst>
            <pc:docMk/>
            <pc:sldMk cId="0" sldId="281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91876" y="188207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36" y="1771129"/>
            <a:ext cx="745688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/>
              <a:t>•</a:t>
            </a:r>
            <a:r>
              <a:rPr lang="en-IN" sz="2400" b="1"/>
              <a:t>Problem Statement ID</a:t>
            </a:r>
            <a:r>
              <a:rPr lang="en-IN" sz="2400"/>
              <a:t>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IN" sz="2400"/>
              <a:t>  SIH26005 </a:t>
            </a:r>
            <a:r>
              <a:rPr lang="en-US" sz="2400"/>
              <a:t>​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/>
              <a:t> </a:t>
            </a:r>
            <a:endParaRPr lang="en-US" sz="2400"/>
          </a:p>
          <a:p>
            <a:r>
              <a:rPr lang="en-IN" sz="2400"/>
              <a:t>​</a:t>
            </a:r>
          </a:p>
          <a:p>
            <a:r>
              <a:rPr lang="en-IN" sz="2400"/>
              <a:t>•</a:t>
            </a:r>
            <a:r>
              <a:rPr lang="en-IN" sz="2400" b="1"/>
              <a:t>Problem Statement Title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IN" sz="2400"/>
              <a:t>  Solar-Powered Smart Mini Cold Storage System for Fresh Vegetables in North Eastern Region (NER) ​</a:t>
            </a:r>
          </a:p>
          <a:p>
            <a:r>
              <a:rPr lang="en-IN" sz="2400"/>
              <a:t>​</a:t>
            </a:r>
          </a:p>
          <a:p>
            <a:r>
              <a:rPr lang="en-IN" sz="2400"/>
              <a:t>•</a:t>
            </a:r>
            <a:r>
              <a:rPr lang="en-IN" sz="2400" b="1"/>
              <a:t>Theme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IN" sz="2400"/>
              <a:t> Agriculture, </a:t>
            </a:r>
            <a:r>
              <a:rPr lang="en-IN" sz="2400" err="1"/>
              <a:t>FoodTech</a:t>
            </a:r>
            <a:r>
              <a:rPr lang="en-IN" sz="2400"/>
              <a:t> &amp; Rural Development​</a:t>
            </a:r>
          </a:p>
          <a:p>
            <a:r>
              <a:rPr lang="en-IN" sz="2400"/>
              <a:t>​</a:t>
            </a:r>
          </a:p>
          <a:p>
            <a:r>
              <a:rPr lang="en-IN" sz="2400"/>
              <a:t>•</a:t>
            </a:r>
            <a:r>
              <a:rPr lang="en-IN" sz="2400" b="1"/>
              <a:t>PS Category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IN" sz="2400"/>
              <a:t>  Hardware ​</a:t>
            </a:r>
          </a:p>
          <a:p>
            <a:r>
              <a:rPr lang="en-IN" sz="2400"/>
              <a:t>​</a:t>
            </a:r>
          </a:p>
          <a:p>
            <a:r>
              <a:rPr lang="en-IN" sz="2400"/>
              <a:t>•</a:t>
            </a:r>
            <a:r>
              <a:rPr lang="en-IN" sz="2400" b="1"/>
              <a:t>Team ID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IN" sz="2400"/>
              <a:t> SIH26-A04-394 ​</a:t>
            </a:r>
          </a:p>
          <a:p>
            <a:r>
              <a:rPr lang="en-IN" sz="2400"/>
              <a:t>​</a:t>
            </a:r>
          </a:p>
          <a:p>
            <a:r>
              <a:rPr lang="en-IN" sz="2400"/>
              <a:t>•</a:t>
            </a:r>
            <a:r>
              <a:rPr lang="en-IN" sz="2400" b="1"/>
              <a:t>Team Name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IN" sz="2400"/>
              <a:t> LUMORA </a:t>
            </a:r>
            <a:r>
              <a:rPr lang="en-US" sz="2400"/>
              <a:t>​</a:t>
            </a:r>
          </a:p>
          <a:p>
            <a:r>
              <a:rPr lang="en-IN" sz="2400"/>
              <a:t>​</a:t>
            </a:r>
          </a:p>
          <a:p>
            <a:endParaRPr lang="en-IN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3204" y="-411888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730" y="1500"/>
            <a:ext cx="2292617" cy="8994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37E326-0478-E0B5-CA17-492289D8A4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0" y="1500"/>
            <a:ext cx="1481959" cy="89796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903C68-F84E-3D1B-69CE-26F4291BD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741099"/>
              </p:ext>
            </p:extLst>
          </p:nvPr>
        </p:nvGraphicFramePr>
        <p:xfrm>
          <a:off x="-1794" y="1235933"/>
          <a:ext cx="3306310" cy="403350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306310">
                  <a:extLst>
                    <a:ext uri="{9D8B030D-6E8A-4147-A177-3AD203B41FA5}">
                      <a16:colId xmlns:a16="http://schemas.microsoft.com/office/drawing/2014/main" val="441850130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High Post-Harvest Loss:</a:t>
                      </a:r>
                      <a:b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30–40% of vegetables &amp; fruits spoil due to lack of affordable, reliable cold storage near farms.</a:t>
                      </a:r>
                      <a:endParaRPr lang="en-US" sz="12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380995"/>
                  </a:ext>
                </a:extLst>
              </a:tr>
              <a:tr h="7030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Unreliable Power Supply:</a:t>
                      </a:r>
                      <a:b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Frequent power cuts in rural &amp; remote NER locations make electric cold storage impractical.</a:t>
                      </a:r>
                      <a:endParaRPr lang="en-US" sz="1200" b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533152"/>
                  </a:ext>
                </a:extLst>
              </a:tr>
              <a:tr h="7030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High Operating Cost:</a:t>
                      </a:r>
                      <a:b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Diesel-based or grid-based cold storages have high running cost and are not feasible for small farmers.</a:t>
                      </a:r>
                      <a:endParaRPr lang="en-US" sz="12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108308"/>
                  </a:ext>
                </a:extLst>
              </a:tr>
              <a:tr h="9682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No Real-time Monitoring:</a:t>
                      </a:r>
                      <a:b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Farmers lack visibility on temperature, humidity and storage conditions; silent spoilage occurs.</a:t>
                      </a:r>
                      <a:endParaRPr lang="en-US" sz="1200" b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999503"/>
                  </a:ext>
                </a:extLst>
              </a:tr>
              <a:tr h="80912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Battery &amp; Energy Risks:</a:t>
                      </a:r>
                      <a:b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Improper battery use leads to low backup time, high maintenance and safety risks.</a:t>
                      </a:r>
                      <a:endParaRPr lang="en-US" sz="1200" b="0"/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5705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666531-62B0-3B31-4C78-D08F31891DF7}"/>
              </a:ext>
            </a:extLst>
          </p:cNvPr>
          <p:cNvSpPr txBox="1"/>
          <p:nvPr/>
        </p:nvSpPr>
        <p:spPr>
          <a:xfrm>
            <a:off x="3609" y="900898"/>
            <a:ext cx="3242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Calibri"/>
                <a:ea typeface="ＭＳ Ｐゴシック"/>
                <a:cs typeface="Calibri"/>
              </a:rPr>
              <a:t>PROBLEM AT HAND</a:t>
            </a:r>
            <a:endParaRPr lang="en-US" sz="2000" b="1"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5E7B8B-43B2-9984-E488-51B772D54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467" y="1834116"/>
            <a:ext cx="2229670" cy="2082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9CF9BE-B38B-18EF-DE87-14D8DAF9319A}"/>
              </a:ext>
            </a:extLst>
          </p:cNvPr>
          <p:cNvSpPr txBox="1"/>
          <p:nvPr/>
        </p:nvSpPr>
        <p:spPr>
          <a:xfrm>
            <a:off x="4298519" y="904726"/>
            <a:ext cx="291720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Calibri"/>
                <a:ea typeface="ＭＳ Ｐゴシック"/>
                <a:cs typeface="Calibri"/>
              </a:rPr>
              <a:t>OUR SOLUTION</a:t>
            </a:r>
            <a:endParaRPr lang="en-US" sz="2000" b="1"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9C7287-A739-C192-F9CA-9E47879ED695}"/>
              </a:ext>
            </a:extLst>
          </p:cNvPr>
          <p:cNvSpPr txBox="1"/>
          <p:nvPr/>
        </p:nvSpPr>
        <p:spPr>
          <a:xfrm>
            <a:off x="3414450" y="1237293"/>
            <a:ext cx="5123195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Calibri"/>
                <a:ea typeface="Calibri"/>
                <a:cs typeface="Calibri"/>
              </a:rPr>
              <a:t>Solar-Powered Adaptive Smart Mini Cold Storage </a:t>
            </a:r>
          </a:p>
          <a:p>
            <a:pPr algn="ctr"/>
            <a:r>
              <a:rPr lang="en-US" sz="1600">
                <a:latin typeface="Calibri"/>
                <a:ea typeface="Calibri"/>
                <a:cs typeface="Calibri"/>
              </a:rPr>
              <a:t>Decentralized • Energy-Efficient • Farmer-Friendly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BF687D-63C6-D89C-6CB0-C1EFA3CDDA63}"/>
              </a:ext>
            </a:extLst>
          </p:cNvPr>
          <p:cNvSpPr txBox="1"/>
          <p:nvPr/>
        </p:nvSpPr>
        <p:spPr>
          <a:xfrm>
            <a:off x="3356639" y="2811277"/>
            <a:ext cx="1453551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 err="1">
                <a:ea typeface="+mn-lt"/>
                <a:cs typeface="+mn-lt"/>
              </a:rPr>
              <a:t>LiFePO</a:t>
            </a:r>
            <a:r>
              <a:rPr lang="en-US" sz="1400" b="1">
                <a:ea typeface="+mn-lt"/>
                <a:cs typeface="+mn-lt"/>
              </a:rPr>
              <a:t>₄ Battery </a:t>
            </a:r>
          </a:p>
          <a:p>
            <a:pPr algn="ctr"/>
            <a:r>
              <a:rPr lang="en-US" sz="1400" b="1">
                <a:ea typeface="+mn-lt"/>
                <a:cs typeface="+mn-lt"/>
              </a:rPr>
              <a:t>+ ARSPS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E96F9-D326-45A4-CBE5-51475DE9F720}"/>
              </a:ext>
            </a:extLst>
          </p:cNvPr>
          <p:cNvSpPr txBox="1"/>
          <p:nvPr/>
        </p:nvSpPr>
        <p:spPr>
          <a:xfrm>
            <a:off x="3923710" y="3856811"/>
            <a:ext cx="1435829" cy="3166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+mn-lt"/>
                <a:cs typeface="+mn-lt"/>
              </a:rPr>
              <a:t>Smart Sensing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52FD69-1778-1560-DCE0-7535E28195D8}"/>
              </a:ext>
            </a:extLst>
          </p:cNvPr>
          <p:cNvSpPr txBox="1"/>
          <p:nvPr/>
        </p:nvSpPr>
        <p:spPr>
          <a:xfrm>
            <a:off x="6209709" y="3918835"/>
            <a:ext cx="1745946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+mn-lt"/>
                <a:cs typeface="+mn-lt"/>
              </a:rPr>
              <a:t>Variable-Speed Cooling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EBC174-57D2-7334-E5EE-537E18CAD474}"/>
              </a:ext>
            </a:extLst>
          </p:cNvPr>
          <p:cNvSpPr txBox="1"/>
          <p:nvPr/>
        </p:nvSpPr>
        <p:spPr>
          <a:xfrm>
            <a:off x="6971710" y="2908741"/>
            <a:ext cx="1205457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+mn-lt"/>
                <a:cs typeface="+mn-lt"/>
              </a:rPr>
              <a:t>Intelligent Controller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FCE3CF-3926-60EB-50A5-B670A310F419}"/>
              </a:ext>
            </a:extLst>
          </p:cNvPr>
          <p:cNvSpPr txBox="1"/>
          <p:nvPr/>
        </p:nvSpPr>
        <p:spPr>
          <a:xfrm>
            <a:off x="6971710" y="2049277"/>
            <a:ext cx="1205457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+mn-lt"/>
                <a:cs typeface="+mn-lt"/>
              </a:rPr>
              <a:t>Alerts &amp; Display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19DD2E-6734-7724-E6C4-33C5B6AD23C2}"/>
              </a:ext>
            </a:extLst>
          </p:cNvPr>
          <p:cNvSpPr txBox="1"/>
          <p:nvPr/>
        </p:nvSpPr>
        <p:spPr>
          <a:xfrm>
            <a:off x="3459356" y="2047834"/>
            <a:ext cx="1187013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+mn-lt"/>
                <a:cs typeface="+mn-lt"/>
              </a:rPr>
              <a:t>Solar PV + MPPT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9C335-30AD-0A1C-C119-EF526FBB7020}"/>
              </a:ext>
            </a:extLst>
          </p:cNvPr>
          <p:cNvSpPr txBox="1"/>
          <p:nvPr/>
        </p:nvSpPr>
        <p:spPr>
          <a:xfrm>
            <a:off x="3355198" y="4579099"/>
            <a:ext cx="5126663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Calibri"/>
                <a:ea typeface="ＭＳ Ｐゴシック"/>
                <a:cs typeface="Calibri"/>
              </a:rPr>
              <a:t>HOW IT WORKS?</a:t>
            </a:r>
            <a:endParaRPr lang="en-US" sz="1400" b="1">
              <a:cs typeface="Calibri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A8E30-F8FB-25BB-E367-58650311CC60}"/>
              </a:ext>
            </a:extLst>
          </p:cNvPr>
          <p:cNvSpPr txBox="1"/>
          <p:nvPr/>
        </p:nvSpPr>
        <p:spPr>
          <a:xfrm>
            <a:off x="-1169007" y="5280649"/>
            <a:ext cx="522293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Calibri"/>
                <a:ea typeface="ＭＳ Ｐゴシック"/>
                <a:cs typeface="Calibri"/>
              </a:rPr>
              <a:t>IDEAL FOR </a:t>
            </a:r>
            <a:endParaRPr lang="en-US" sz="1400" b="1"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C1609F-09B2-80A4-151D-E180D5900A85}"/>
              </a:ext>
            </a:extLst>
          </p:cNvPr>
          <p:cNvSpPr txBox="1"/>
          <p:nvPr/>
        </p:nvSpPr>
        <p:spPr>
          <a:xfrm>
            <a:off x="1157" y="5581034"/>
            <a:ext cx="3200726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1400" dirty="0">
                <a:latin typeface="Calibri"/>
                <a:ea typeface="Calibri"/>
                <a:cs typeface="Calibri"/>
              </a:rPr>
              <a:t>Farm &amp; Village Collection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Centres</a:t>
            </a:r>
            <a:r>
              <a:rPr lang="en-US" sz="1400" dirty="0">
                <a:latin typeface="Calibri"/>
                <a:ea typeface="Calibri"/>
                <a:cs typeface="Calibri"/>
              </a:rPr>
              <a:t> </a:t>
            </a:r>
            <a:endParaRPr lang="en-US" sz="1400"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 sz="1400" dirty="0">
                <a:latin typeface="Calibri"/>
                <a:ea typeface="Calibri"/>
                <a:cs typeface="Calibri"/>
              </a:rPr>
              <a:t>Hilly &amp; Remote NER Regions </a:t>
            </a:r>
            <a:endParaRPr lang="en-US" sz="1400" dirty="0"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 sz="1400" dirty="0">
                <a:latin typeface="Calibri"/>
                <a:ea typeface="Calibri"/>
                <a:cs typeface="Calibri"/>
              </a:rPr>
              <a:t>Small &amp; Marginal Farmers </a:t>
            </a:r>
            <a:endParaRPr lang="en-US" sz="1400"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 sz="1400" dirty="0">
                <a:latin typeface="Calibri"/>
                <a:ea typeface="Calibri"/>
                <a:cs typeface="Calibri"/>
              </a:rPr>
              <a:t>Highly Perishable Produce</a:t>
            </a:r>
            <a:endParaRPr lang="en-US" sz="1400">
              <a:cs typeface="Calibri"/>
            </a:endParaRPr>
          </a:p>
          <a:p>
            <a:pPr algn="ctr"/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197405-D8A1-9A31-B061-E90B7F8B37E2}"/>
              </a:ext>
            </a:extLst>
          </p:cNvPr>
          <p:cNvSpPr txBox="1"/>
          <p:nvPr/>
        </p:nvSpPr>
        <p:spPr>
          <a:xfrm>
            <a:off x="8864536" y="848773"/>
            <a:ext cx="321857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Calibri"/>
                <a:ea typeface="ＭＳ Ｐゴシック"/>
                <a:cs typeface="Calibri"/>
              </a:rPr>
              <a:t>WHERE WE STAND OUT</a:t>
            </a:r>
            <a:endParaRPr lang="en-US" sz="2000" b="1">
              <a:cs typeface="Calibri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20F2AEC-FEA0-DD16-44C9-0A4A9A141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334702"/>
              </p:ext>
            </p:extLst>
          </p:nvPr>
        </p:nvGraphicFramePr>
        <p:xfrm>
          <a:off x="8650941" y="1237129"/>
          <a:ext cx="3429327" cy="559457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429327">
                  <a:extLst>
                    <a:ext uri="{9D8B030D-6E8A-4147-A177-3AD203B41FA5}">
                      <a16:colId xmlns:a16="http://schemas.microsoft.com/office/drawing/2014/main" val="868874508"/>
                    </a:ext>
                  </a:extLst>
                </a:gridCol>
              </a:tblGrid>
              <a:tr h="8995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Produce-Aware Shelf-Life Prediction</a:t>
                      </a: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b="0" i="0" u="none" strike="noStrike" noProof="0"/>
                        <a:t>Uses produce type, temperature &amp; humidity history to estimate storage life for better planning and reduced waste.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437681"/>
                  </a:ext>
                </a:extLst>
              </a:tr>
              <a:tr h="6531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Predictive Thermal Control (dT/dt) </a:t>
                      </a: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dT/dt-based early detection enables proactive cooling before unsafe conditions, reducing losses.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601466"/>
                  </a:ext>
                </a:extLst>
              </a:tr>
              <a:tr h="88724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Adaptive Cooling (CDI)</a:t>
                      </a:r>
                      <a:b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Uses Cooling Demand Index (CDI) with dT/dt, temperature, humidity, ambient &amp; door status for adaptive cooling.</a:t>
                      </a:r>
                      <a:endParaRPr lang="en-US" sz="1200" b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687540"/>
                  </a:ext>
                </a:extLst>
              </a:tr>
              <a:tr h="88724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ARSPS Protection</a:t>
                      </a:r>
                      <a:b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Adaptive battery protection monitors voltage, current, temperature &amp; SOC for safety and longer battery life.</a:t>
                      </a:r>
                      <a:endParaRPr lang="en-US" sz="1200" b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94666"/>
                  </a:ext>
                </a:extLst>
              </a:tr>
              <a:tr h="69008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Temperature &amp; Humidity Control</a:t>
                      </a:r>
                      <a:b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Maintains produce-specific temperature &amp; humidity to improve quality and extend shelf life.</a:t>
                      </a:r>
                      <a:endParaRPr lang="en-US" sz="1200" b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452022"/>
                  </a:ext>
                </a:extLst>
              </a:tr>
              <a:tr h="88724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Smart Alerts</a:t>
                      </a:r>
                      <a:b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Instant alerts for temperature deviation, low energy, door open &amp; battery faults on local display/app.</a:t>
                      </a:r>
                      <a:endParaRPr lang="en-US" sz="1200" b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4941"/>
                  </a:ext>
                </a:extLst>
              </a:tr>
              <a:tr h="6900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Compact &amp; Modular Design</a:t>
                      </a:r>
                      <a:b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2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2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Easy to install, scale &amp; maintain in remote locations with minimal infrastructure.</a:t>
                      </a:r>
                      <a:endParaRPr lang="en-US" sz="1200" b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7213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BEB9CA23-E8CE-B556-DB51-6261F8D03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6941" y="4884271"/>
            <a:ext cx="5307107" cy="1840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2E7878-71DE-7B55-EA82-B78E683018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0" y="1500"/>
            <a:ext cx="1481959" cy="8979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EBBF8D-50E8-527F-C5C4-3327377C8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39" y="889949"/>
            <a:ext cx="10495268" cy="58295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2BC6FE-D41D-3805-9E61-6624631481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0" y="1500"/>
            <a:ext cx="1481959" cy="89796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6CA705-E886-20C7-2C4F-40E2E095B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947089"/>
              </p:ext>
            </p:extLst>
          </p:nvPr>
        </p:nvGraphicFramePr>
        <p:xfrm>
          <a:off x="0" y="1363261"/>
          <a:ext cx="2876174" cy="539680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76174">
                  <a:extLst>
                    <a:ext uri="{9D8B030D-6E8A-4147-A177-3AD203B41FA5}">
                      <a16:colId xmlns:a16="http://schemas.microsoft.com/office/drawing/2014/main" val="441850130"/>
                    </a:ext>
                  </a:extLst>
                </a:gridCol>
              </a:tblGrid>
              <a:tr h="11564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Technically Feasible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Proven technologies: solar PV, </a:t>
                      </a:r>
                      <a:r>
                        <a:rPr lang="en-US" sz="1400" b="0" i="0" u="none" strike="noStrike" noProof="0" err="1"/>
                        <a:t>LiFePO</a:t>
                      </a:r>
                      <a:r>
                        <a:rPr lang="en-US" sz="1400" b="0" i="0" u="none" strike="noStrike" noProof="0"/>
                        <a:t>₄ battery, variable-speed compressor and PLC control.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80995"/>
                  </a:ext>
                </a:extLst>
              </a:tr>
              <a:tr h="8452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Economically Feasible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Estimated cost (2 MT): ₹4.5 – 5.5 lakh, comparable to the market range.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533152"/>
                  </a:ext>
                </a:extLst>
              </a:tr>
              <a:tr h="8095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Low Manpower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0" i="0" u="none" strike="noStrike" noProof="0"/>
                        <a:t>Only one operator required due to automation and smart control.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8308"/>
                  </a:ext>
                </a:extLst>
              </a:tr>
              <a:tr h="8095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High Efficiency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0" i="0" u="none" strike="noStrike" noProof="0"/>
                        <a:t>Estimated efficiency of 75 – 85% (20 – 30% better energy utilization).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999503"/>
                  </a:ext>
                </a:extLst>
              </a:tr>
              <a:tr h="83334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/>
                        <a:t>Backup Autonomy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0" i="0" u="none" strike="noStrike" noProof="0"/>
                        <a:t>36 – 48 hours of autonomy with the optimized system.</a:t>
                      </a:r>
                      <a:r>
                        <a:rPr lang="en-US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400" b="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70579"/>
                  </a:ext>
                </a:extLst>
              </a:tr>
              <a:tr h="6428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            Long Life and Reliability:</a:t>
                      </a: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 err="1"/>
                        <a:t>LiFePO</a:t>
                      </a:r>
                      <a:r>
                        <a:rPr lang="en-US" sz="1400" b="0" i="0" u="none" strike="noStrike" noProof="0"/>
                        <a:t>₄ battery with ARSPS protection gives 12 – 15 years of life</a:t>
                      </a:r>
                      <a:endParaRPr 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455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387255-75B9-7213-DC9A-2092E7BB8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713031"/>
              </p:ext>
            </p:extLst>
          </p:nvPr>
        </p:nvGraphicFramePr>
        <p:xfrm>
          <a:off x="3047999" y="1308847"/>
          <a:ext cx="2958352" cy="542655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958352">
                  <a:extLst>
                    <a:ext uri="{9D8B030D-6E8A-4147-A177-3AD203B41FA5}">
                      <a16:colId xmlns:a16="http://schemas.microsoft.com/office/drawing/2014/main" val="441850130"/>
                    </a:ext>
                  </a:extLst>
                </a:gridCol>
              </a:tblGrid>
              <a:tr h="11564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1" i="0" u="none" strike="noStrike" noProof="0"/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Low Solar Availability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Reduced energy during monsoon or cloudy days.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80995"/>
                  </a:ext>
                </a:extLst>
              </a:tr>
              <a:tr h="973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Battery Degradation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High temperature or improper charging reduces battery life.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533152"/>
                  </a:ext>
                </a:extLst>
              </a:tr>
              <a:tr h="79172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Sensor Errors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Inaccurate data can affect cooling decisions and efficiency.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8308"/>
                  </a:ext>
                </a:extLst>
              </a:tr>
              <a:tr h="8566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/>
                        <a:t>Maintenance and Skill Gap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0" i="0" u="none" strike="noStrike" noProof="0"/>
                        <a:t>Lack of technical knowledge may lead to improper maintenance.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999503"/>
                  </a:ext>
                </a:extLst>
              </a:tr>
              <a:tr h="85661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/>
                        <a:t>Component Failure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0" i="0" u="none" strike="noStrike" noProof="0"/>
                        <a:t>Compressor, PLC or sensor failure may cause downtime.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70579"/>
                  </a:ext>
                </a:extLst>
              </a:tr>
              <a:tr h="7917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          </a:t>
                      </a:r>
                      <a:r>
                        <a:rPr lang="en-US" sz="1400" b="1" i="0" u="none" strike="noStrike" noProof="0"/>
                        <a:t>Initial Cost Sensitivity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 Slightly higher initial cost may affect adoption.</a:t>
                      </a:r>
                      <a:endParaRPr 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455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F276618-F4B5-A35E-E3A3-794104647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11509"/>
              </p:ext>
            </p:extLst>
          </p:nvPr>
        </p:nvGraphicFramePr>
        <p:xfrm>
          <a:off x="6096000" y="1363260"/>
          <a:ext cx="2567011" cy="53644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67011">
                  <a:extLst>
                    <a:ext uri="{9D8B030D-6E8A-4147-A177-3AD203B41FA5}">
                      <a16:colId xmlns:a16="http://schemas.microsoft.com/office/drawing/2014/main" val="441850130"/>
                    </a:ext>
                  </a:extLst>
                </a:gridCol>
              </a:tblGrid>
              <a:tr h="10176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Smart Energy Management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0" i="0" u="none" strike="noStrike" noProof="0"/>
                        <a:t>Use CDI, dT/dt and EAI logic to optimize cooling based on demand and available energy. Store excess energy in battery/PCM.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80995"/>
                  </a:ext>
                </a:extLst>
              </a:tr>
              <a:tr h="84018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Battery Protection (ARSPS)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Continuous monitoring of V, I, T and SOC to prevent over-stress and extend battery life.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533152"/>
                  </a:ext>
                </a:extLst>
              </a:tr>
              <a:tr h="8046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Quality Sensors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Use reliable sensors with periodic calibration for accurate data.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8308"/>
                  </a:ext>
                </a:extLst>
              </a:tr>
              <a:tr h="8283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/>
                        <a:t>Preventive Maintenance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0" i="0" u="none" strike="noStrike" noProof="0"/>
                        <a:t>Regular inspection, cleaning and scheduled maintenance to reduce unexpected failures.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999503"/>
                  </a:ext>
                </a:extLst>
              </a:tr>
              <a:tr h="10413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/>
                        <a:t>Cost Optimization</a:t>
                      </a:r>
                      <a: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br>
                        <a:rPr lang="en-US" sz="1400" b="1" i="0" u="none" strike="noStrike" noProof="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/>
                        <a:t>Local sourcing, standard design and bulk procurement to reduce cost.</a:t>
                      </a:r>
                      <a:endParaRPr lang="en-US" sz="14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70579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0F10EC4-31BE-192A-AFF1-DE8B3CDE55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90" r="68617" b="-3793"/>
          <a:stretch>
            <a:fillRect/>
          </a:stretch>
        </p:blipFill>
        <p:spPr>
          <a:xfrm>
            <a:off x="-1213" y="904763"/>
            <a:ext cx="2882325" cy="4588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4BD675-EE94-7940-9971-54239A4602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703" t="1571" r="37925" b="-4431"/>
          <a:stretch>
            <a:fillRect/>
          </a:stretch>
        </p:blipFill>
        <p:spPr>
          <a:xfrm>
            <a:off x="3050584" y="896760"/>
            <a:ext cx="2942668" cy="4530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5C0583-CF92-890A-81C4-26A7641776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98" t="17091" r="2562" b="-3588"/>
          <a:stretch>
            <a:fillRect/>
          </a:stretch>
        </p:blipFill>
        <p:spPr>
          <a:xfrm>
            <a:off x="6113980" y="847731"/>
            <a:ext cx="2589151" cy="45847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050989-20BA-6635-7BE9-BF105FE61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7398" y="1127760"/>
            <a:ext cx="344424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41632"/>
            <a:ext cx="2307359" cy="947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36C4A6-0689-FEFF-BB8F-ECFCA25CAA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0" y="1500"/>
            <a:ext cx="1481959" cy="89796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6CBD60-912C-53A1-CA2B-1E2536527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589706"/>
              </p:ext>
            </p:extLst>
          </p:nvPr>
        </p:nvGraphicFramePr>
        <p:xfrm>
          <a:off x="80682" y="914738"/>
          <a:ext cx="5478238" cy="603772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478238">
                  <a:extLst>
                    <a:ext uri="{9D8B030D-6E8A-4147-A177-3AD203B41FA5}">
                      <a16:colId xmlns:a16="http://schemas.microsoft.com/office/drawing/2014/main" val="2132164314"/>
                    </a:ext>
                  </a:extLst>
                </a:gridCol>
              </a:tblGrid>
              <a:tr h="6320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1.POTENTIAL IMPACT ON THE TARGET  AUDIENCE 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232703"/>
                  </a:ext>
                </a:extLst>
              </a:tr>
              <a:tr h="107576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FARMERS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Reliable, affordable and smart cold storage ensures</a:t>
                      </a:r>
                      <a:endParaRPr lang="en-GB" sz="16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reduced post – harvest losses and better income.</a:t>
                      </a:r>
                      <a:endParaRPr lang="en-GB" sz="16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375378"/>
                  </a:ext>
                </a:extLst>
              </a:tr>
              <a:tr h="106231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LOCAL COMMUNITIES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Better access to fresh produce, improved food security</a:t>
                      </a:r>
                      <a:endParaRPr lang="en-GB" sz="16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and reduced seasonal price fluctuation.</a:t>
                      </a:r>
                      <a:endParaRPr lang="en-GB" sz="16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7336"/>
                  </a:ext>
                </a:extLst>
              </a:tr>
              <a:tr h="106231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SMALL BUSINESSES / TRADERS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Consistent quality storage enables longer storage and</a:t>
                      </a:r>
                      <a:endParaRPr lang="en-GB" sz="16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wider market reach.</a:t>
                      </a:r>
                      <a:endParaRPr lang="en-GB" sz="16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93877"/>
                  </a:ext>
                </a:extLst>
              </a:tr>
              <a:tr h="110265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GOVERNMENT &amp; DEVELOPMENT AGENCIES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Supports rural development goals, agri-value addition and</a:t>
                      </a:r>
                      <a:endParaRPr lang="en-GB" sz="16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self-reliance in cold chain infrastructure.</a:t>
                      </a:r>
                      <a:endParaRPr lang="en-GB" sz="1600"/>
                    </a:p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370818"/>
                  </a:ext>
                </a:extLst>
              </a:tr>
              <a:tr h="110265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ENVIRONMENT &amp; SOCIETY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Promotes clean energy use and sustainable technology</a:t>
                      </a:r>
                      <a:endParaRPr lang="en-GB" sz="16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adoption in rural areas. </a:t>
                      </a:r>
                      <a:endParaRPr lang="en-GB" sz="1600"/>
                    </a:p>
                    <a:p>
                      <a:pPr lvl="0">
                        <a:buNone/>
                      </a:pPr>
                      <a:endParaRPr lang="en-GB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936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DEE6E1-238E-BF6B-DFB1-BE2971C93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475520"/>
              </p:ext>
            </p:extLst>
          </p:nvPr>
        </p:nvGraphicFramePr>
        <p:xfrm>
          <a:off x="5557520" y="919181"/>
          <a:ext cx="6526416" cy="59740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526416">
                  <a:extLst>
                    <a:ext uri="{9D8B030D-6E8A-4147-A177-3AD203B41FA5}">
                      <a16:colId xmlns:a16="http://schemas.microsoft.com/office/drawing/2014/main" val="2829557193"/>
                    </a:ext>
                  </a:extLst>
                </a:gridCol>
              </a:tblGrid>
              <a:tr h="62947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/>
                        <a:t>2.BENEFITS OF THE SOLUTION (SOCIAL,ECONOMIC,ENVIRONMENTAL,ETC)</a:t>
                      </a:r>
                      <a:endParaRPr lang="en-GB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9209"/>
                  </a:ext>
                </a:extLst>
              </a:tr>
              <a:tr h="103601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noProof="0"/>
                        <a:t>SOCIAL BENEFITS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noProof="0"/>
                        <a:t>Reduces food wastage and improves food availability. Strengthens rural livelihoods and farmer welfare. Encourages local employment for operation &amp; maintenance.</a:t>
                      </a:r>
                      <a:endParaRPr lang="en-GB" sz="16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323734"/>
                  </a:ext>
                </a:extLst>
              </a:tr>
              <a:tr h="103601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ECONOMIC BENEFITS </a:t>
                      </a:r>
                      <a:endParaRPr lang="en-GB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Reduces post-harvest losses by 20-30%. Lowers operating cost through smart energy management. Increases farmer income with better produce quality and longer storage.</a:t>
                      </a:r>
                      <a:endParaRPr lang="en-GB" sz="16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840415"/>
                  </a:ext>
                </a:extLst>
              </a:tr>
              <a:tr h="103601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ENVIRONMENTAL BENEFITS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Uses solar energy – clean and renewable. Lower carbon footprint compared to diesel – based systems. Energy efficiency reduces overall resource consumption. </a:t>
                      </a:r>
                      <a:endParaRPr lang="en-GB" sz="16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215358"/>
                  </a:ext>
                </a:extLst>
              </a:tr>
              <a:tr h="103601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TECHINCAL &amp; OPERATIONAL BENEFITS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Smart adaptive cooling ensures optimal temperature control. Battery safety (ARSPS) extends battery life (12-15 years). 36-48 hours backup without sun ensures reliable</a:t>
                      </a:r>
                      <a:r>
                        <a:rPr lang="en-GB" sz="14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operation. </a:t>
                      </a:r>
                      <a:endParaRPr lang="en-GB" sz="14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31895"/>
                  </a:ext>
                </a:extLst>
              </a:tr>
              <a:tr h="103601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LONG –TERM IMPACT </a:t>
                      </a:r>
                      <a:endParaRPr lang="en-US" sz="16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Builds resilient and self-sustained cold chain in rural areas. Scalable model for 1 MT – 10 MT and future IoT integration. Promotes sustainable agriculture and economic growth. </a:t>
                      </a:r>
                      <a:endParaRPr lang="en-GB" sz="160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56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45558" y="1366166"/>
            <a:ext cx="93853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1] G. Hussain, M. Sultan, M. Aleem, M. W. Shahzad, M. S. Ahamed, M. Farooq, U. Sajjad, Z. Zhang, and S. Ahmad, “Development and performance evaluation of solar-powered cold storage system for perishable agricultural products,” International Communications in Heat and Mass Transfer, vol. 168, p. 109408, 2025, 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10.1016/j.icheatmasstransfer.2025.109408.</a:t>
            </a:r>
            <a:endParaRPr lang="en-US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>
              <a:cs typeface="Calibri"/>
            </a:endParaRPr>
          </a:p>
          <a:p>
            <a:pPr algn="just">
              <a:defRPr/>
            </a:pP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[2] B. Natarajan, A. C. Kathiresan, and S. K. Subramanium, “Development and performance evaluation of a hybrid portable solar cold storage system for the preservation of vegetables and fruits in remote areas,” Journal of Energy Storage, vol. 72, p. 108292, 2023, 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10.1016/j.est.2023.108292.</a:t>
            </a:r>
            <a:endParaRPr lang="en-US">
              <a:solidFill>
                <a:prstClr val="black"/>
              </a:solidFill>
              <a:cs typeface="Calibri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>
              <a:cs typeface="Calibri"/>
            </a:endParaRPr>
          </a:p>
          <a:p>
            <a:pPr algn="just">
              <a:defRPr/>
            </a:pP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[3] W. Amjad, A. Munir, F. Akram, A. Parmar, M. 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Precoppe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, F. Asghar, and F. Mahmood, “Decentralized solar-powered cooling systems for fresh fruit and vegetables to reduce post-harvest losses in developing regions: A review,” Clean Energy, vol. 7, no. 3, pp. 635–653, 2023, 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10.1093/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ce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/zkad015.</a:t>
            </a:r>
            <a:endParaRPr lang="en-US">
              <a:solidFill>
                <a:prstClr val="black"/>
              </a:solidFill>
              <a:cs typeface="Calibri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>
              <a:cs typeface="Calibri"/>
            </a:endParaRPr>
          </a:p>
          <a:p>
            <a:pPr algn="just">
              <a:defRPr/>
            </a:pP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[4] H. J. El-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Khozondar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, M. Elnaggar, A. Al-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Mabouh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, L. Abu 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Zanouna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, M. I. Al-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Atawne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, and O. Safi, “Solar-powered cold storage system,” in Proc. 2021 International Conference on Promising Electronic Technologies (ICPET), 2021, pp. 28–33, </a:t>
            </a:r>
            <a:r>
              <a:rPr lang="en-US" err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10.1109/ICPET53277.2021.00012.</a:t>
            </a:r>
            <a:endParaRPr lang="en-US">
              <a:solidFill>
                <a:prstClr val="black"/>
              </a:solidFill>
              <a:cs typeface="Calibri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F6F9E1-EB3B-36F1-71F2-A32FE567C6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0" y="1500"/>
            <a:ext cx="1481959" cy="89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26</cp:revision>
  <dcterms:created xsi:type="dcterms:W3CDTF">2013-12-12T18:46:50Z</dcterms:created>
  <dcterms:modified xsi:type="dcterms:W3CDTF">2026-09-21T06:35:43Z</dcterms:modified>
  <cp:category/>
</cp:coreProperties>
</file>